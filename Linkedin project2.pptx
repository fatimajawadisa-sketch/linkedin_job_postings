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4"/>
  </p:notesMasterIdLst>
  <p:sldIdLst>
    <p:sldId id="256" r:id="rId2"/>
    <p:sldId id="268" r:id="rId3"/>
    <p:sldId id="258" r:id="rId4"/>
    <p:sldId id="262" r:id="rId5"/>
    <p:sldId id="260" r:id="rId6"/>
    <p:sldId id="264" r:id="rId7"/>
    <p:sldId id="270" r:id="rId8"/>
    <p:sldId id="261" r:id="rId9"/>
    <p:sldId id="259" r:id="rId10"/>
    <p:sldId id="263" r:id="rId11"/>
    <p:sldId id="276" r:id="rId12"/>
    <p:sldId id="275" r:id="rId13"/>
  </p:sldIdLst>
  <p:sldSz cx="9144000" cy="5143500" type="screen16x9"/>
  <p:notesSz cx="6858000" cy="9144000"/>
  <p:embeddedFontLst>
    <p:embeddedFont>
      <p:font typeface="Chonburi" panose="00000500000000000000" pitchFamily="2" charset="-34"/>
      <p:regular r:id="rId15"/>
    </p:embeddedFont>
    <p:embeddedFont>
      <p:font typeface="Hind Madurai" panose="02000000000000000000" pitchFamily="2" charset="0"/>
      <p:regular r:id="rId16"/>
      <p:bold r:id="rId17"/>
    </p:embeddedFont>
    <p:embeddedFont>
      <p:font typeface="Hind Madurai Medium" panose="02000000000000000000" pitchFamily="2" charset="0"/>
      <p:regular r:id="rId18"/>
      <p:bold r:id="rId19"/>
    </p:embeddedFont>
    <p:embeddedFont>
      <p:font typeface="Inconsolata ExtraBold" pitchFamily="1" charset="0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3E7A29-8438-4CE5-A44F-919E8AE04759}">
  <a:tblStyle styleId="{A83E7A29-8438-4CE5-A44F-919E8AE04759}" styleName="Table_0">
    <a:wholeTbl>
      <a:tcTxStyle b="off" i="off">
        <a:font>
          <a:latin typeface="Arial"/>
          <a:ea typeface="Arial"/>
          <a:cs typeface="Arial"/>
        </a:font>
        <a:srgbClr val="3A3737"/>
      </a:tcTxStyle>
      <a:tcStyle>
        <a:tcBdr>
          <a:left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90D902-102A-4440-B98E-F26A5D04C6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013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7" name="Google Shape;3207;g1b7bab4082d_0_18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8" name="Google Shape;3208;g1b7bab4082d_0_18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gdb0f9523d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9" name="Google Shape;2379;gdb0f9523dd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db0f9523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3" name="Google Shape;1933;gdb0f9523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g1b7bab4082d_0_1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5" name="Google Shape;2725;g1b7bab4082d_0_1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g1c117453d2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8" name="Google Shape;3398;g1c117453d2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gdb0f9523d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3" name="Google Shape;2263;gdb0f9523d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116f4a803e0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116f4a803e0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Google Shape;2602;g116f4a803e0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3" name="Google Shape;2603;g116f4a803e0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2" name="Google Shape;5592;g1b7bab4082d_0_3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3" name="Google Shape;5593;g1b7bab4082d_0_3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1940348" flipH="1">
            <a:off x="802901" y="-557721"/>
            <a:ext cx="8520727" cy="6438185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25800" y="1483500"/>
            <a:ext cx="5305200" cy="1589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25800" y="3199825"/>
            <a:ext cx="5305200" cy="46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>
                <a:solidFill>
                  <a:schemeClr val="dk1"/>
                </a:solidFill>
                <a:latin typeface="Hind Madurai Medium"/>
                <a:ea typeface="Hind Madurai Medium"/>
                <a:cs typeface="Hind Madurai Medium"/>
                <a:sym typeface="Hind Madurai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 rot="-6192663">
            <a:off x="7466800" y="343477"/>
            <a:ext cx="434486" cy="162937"/>
            <a:chOff x="2665615" y="3966103"/>
            <a:chExt cx="345380" cy="129514"/>
          </a:xfrm>
        </p:grpSpPr>
        <p:sp>
          <p:nvSpPr>
            <p:cNvPr id="13" name="Google Shape;13;p2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 rot="-1207733">
            <a:off x="115290" y="261790"/>
            <a:ext cx="1040988" cy="486848"/>
            <a:chOff x="421595" y="3045210"/>
            <a:chExt cx="695069" cy="325041"/>
          </a:xfrm>
        </p:grpSpPr>
        <p:sp>
          <p:nvSpPr>
            <p:cNvPr id="20" name="Google Shape;20;p2"/>
            <p:cNvSpPr/>
            <p:nvPr/>
          </p:nvSpPr>
          <p:spPr>
            <a:xfrm>
              <a:off x="698112" y="3329473"/>
              <a:ext cx="350770" cy="40777"/>
            </a:xfrm>
            <a:custGeom>
              <a:avLst/>
              <a:gdLst/>
              <a:ahLst/>
              <a:cxnLst/>
              <a:rect l="l" t="t" r="r" b="b"/>
              <a:pathLst>
                <a:path w="13041" h="1516" extrusionOk="0">
                  <a:moveTo>
                    <a:pt x="13040" y="1"/>
                  </a:moveTo>
                  <a:lnTo>
                    <a:pt x="1" y="648"/>
                  </a:lnTo>
                  <a:lnTo>
                    <a:pt x="1" y="1516"/>
                  </a:lnTo>
                  <a:lnTo>
                    <a:pt x="13040" y="869"/>
                  </a:lnTo>
                  <a:lnTo>
                    <a:pt x="130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21595" y="3349916"/>
              <a:ext cx="276533" cy="20335"/>
            </a:xfrm>
            <a:custGeom>
              <a:avLst/>
              <a:gdLst/>
              <a:ahLst/>
              <a:cxnLst/>
              <a:rect l="l" t="t" r="r" b="b"/>
              <a:pathLst>
                <a:path w="10281" h="756" extrusionOk="0">
                  <a:moveTo>
                    <a:pt x="0" y="0"/>
                  </a:moveTo>
                  <a:lnTo>
                    <a:pt x="0" y="756"/>
                  </a:lnTo>
                  <a:lnTo>
                    <a:pt x="10281" y="756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97251" y="3045210"/>
              <a:ext cx="419413" cy="305179"/>
            </a:xfrm>
            <a:custGeom>
              <a:avLst/>
              <a:gdLst/>
              <a:ahLst/>
              <a:cxnLst/>
              <a:rect l="l" t="t" r="r" b="b"/>
              <a:pathLst>
                <a:path w="15593" h="11346" extrusionOk="0">
                  <a:moveTo>
                    <a:pt x="15592" y="0"/>
                  </a:moveTo>
                  <a:lnTo>
                    <a:pt x="2503" y="773"/>
                  </a:lnTo>
                  <a:lnTo>
                    <a:pt x="1" y="11346"/>
                  </a:lnTo>
                  <a:lnTo>
                    <a:pt x="13090" y="10572"/>
                  </a:lnTo>
                  <a:lnTo>
                    <a:pt x="155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91728" y="3174161"/>
              <a:ext cx="67432" cy="67432"/>
            </a:xfrm>
            <a:custGeom>
              <a:avLst/>
              <a:gdLst/>
              <a:ahLst/>
              <a:cxnLst/>
              <a:rect l="l" t="t" r="r" b="b"/>
              <a:pathLst>
                <a:path w="2507" h="2507" extrusionOk="0">
                  <a:moveTo>
                    <a:pt x="1252" y="0"/>
                  </a:moveTo>
                  <a:cubicBezTo>
                    <a:pt x="559" y="0"/>
                    <a:pt x="1" y="559"/>
                    <a:pt x="1" y="1255"/>
                  </a:cubicBezTo>
                  <a:cubicBezTo>
                    <a:pt x="1" y="1947"/>
                    <a:pt x="559" y="2506"/>
                    <a:pt x="1252" y="2506"/>
                  </a:cubicBezTo>
                  <a:cubicBezTo>
                    <a:pt x="1944" y="2506"/>
                    <a:pt x="2507" y="1947"/>
                    <a:pt x="2507" y="1255"/>
                  </a:cubicBezTo>
                  <a:cubicBezTo>
                    <a:pt x="2507" y="559"/>
                    <a:pt x="1944" y="0"/>
                    <a:pt x="12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8675784" y="3426022"/>
            <a:ext cx="225985" cy="540514"/>
            <a:chOff x="5273600" y="602550"/>
            <a:chExt cx="155050" cy="370850"/>
          </a:xfrm>
        </p:grpSpPr>
        <p:sp>
          <p:nvSpPr>
            <p:cNvPr id="25" name="Google Shape;25;p2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 rot="5400000">
            <a:off x="699481" y="4548917"/>
            <a:ext cx="27510" cy="798273"/>
            <a:chOff x="6054850" y="1271775"/>
            <a:chExt cx="18875" cy="547700"/>
          </a:xfrm>
        </p:grpSpPr>
        <p:sp>
          <p:nvSpPr>
            <p:cNvPr id="44" name="Google Shape;44;p2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49;p2"/>
          <p:cNvGrpSpPr/>
          <p:nvPr/>
        </p:nvGrpSpPr>
        <p:grpSpPr>
          <a:xfrm>
            <a:off x="209886" y="280231"/>
            <a:ext cx="137078" cy="137078"/>
            <a:chOff x="2495900" y="1640275"/>
            <a:chExt cx="94050" cy="94050"/>
          </a:xfrm>
        </p:grpSpPr>
        <p:sp>
          <p:nvSpPr>
            <p:cNvPr id="50" name="Google Shape;50;p2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8872636" y="859481"/>
            <a:ext cx="137078" cy="137078"/>
            <a:chOff x="2495900" y="1640275"/>
            <a:chExt cx="94050" cy="94050"/>
          </a:xfrm>
        </p:grpSpPr>
        <p:sp>
          <p:nvSpPr>
            <p:cNvPr id="53" name="Google Shape;53;p2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8284053" y="194838"/>
            <a:ext cx="634068" cy="689326"/>
            <a:chOff x="1897202" y="4415836"/>
            <a:chExt cx="435786" cy="473763"/>
          </a:xfrm>
        </p:grpSpPr>
        <p:sp>
          <p:nvSpPr>
            <p:cNvPr id="56" name="Google Shape;56;p2"/>
            <p:cNvSpPr/>
            <p:nvPr/>
          </p:nvSpPr>
          <p:spPr>
            <a:xfrm>
              <a:off x="1970959" y="4423407"/>
              <a:ext cx="362029" cy="431953"/>
            </a:xfrm>
            <a:custGeom>
              <a:avLst/>
              <a:gdLst/>
              <a:ahLst/>
              <a:cxnLst/>
              <a:rect l="l" t="t" r="r" b="b"/>
              <a:pathLst>
                <a:path w="11525" h="13751" extrusionOk="0">
                  <a:moveTo>
                    <a:pt x="6615" y="0"/>
                  </a:moveTo>
                  <a:cubicBezTo>
                    <a:pt x="6488" y="0"/>
                    <a:pt x="6358" y="24"/>
                    <a:pt x="6232" y="72"/>
                  </a:cubicBezTo>
                  <a:lnTo>
                    <a:pt x="816" y="2181"/>
                  </a:lnTo>
                  <a:cubicBezTo>
                    <a:pt x="271" y="2395"/>
                    <a:pt x="0" y="3010"/>
                    <a:pt x="211" y="3559"/>
                  </a:cubicBezTo>
                  <a:lnTo>
                    <a:pt x="3916" y="13073"/>
                  </a:lnTo>
                  <a:cubicBezTo>
                    <a:pt x="4080" y="13494"/>
                    <a:pt x="4481" y="13751"/>
                    <a:pt x="4906" y="13751"/>
                  </a:cubicBezTo>
                  <a:cubicBezTo>
                    <a:pt x="5035" y="13751"/>
                    <a:pt x="5166" y="13727"/>
                    <a:pt x="5293" y="13677"/>
                  </a:cubicBezTo>
                  <a:lnTo>
                    <a:pt x="10706" y="11572"/>
                  </a:lnTo>
                  <a:cubicBezTo>
                    <a:pt x="11254" y="11358"/>
                    <a:pt x="11525" y="10743"/>
                    <a:pt x="11314" y="10194"/>
                  </a:cubicBezTo>
                  <a:lnTo>
                    <a:pt x="7609" y="680"/>
                  </a:lnTo>
                  <a:cubicBezTo>
                    <a:pt x="7444" y="258"/>
                    <a:pt x="7042" y="0"/>
                    <a:pt x="6615" y="0"/>
                  </a:cubicBez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902731" y="4492671"/>
              <a:ext cx="232421" cy="396928"/>
            </a:xfrm>
            <a:custGeom>
              <a:avLst/>
              <a:gdLst/>
              <a:ahLst/>
              <a:cxnLst/>
              <a:rect l="l" t="t" r="r" b="b"/>
              <a:pathLst>
                <a:path w="7399" h="12636" extrusionOk="0">
                  <a:moveTo>
                    <a:pt x="2924" y="0"/>
                  </a:moveTo>
                  <a:lnTo>
                    <a:pt x="0" y="1139"/>
                  </a:lnTo>
                  <a:lnTo>
                    <a:pt x="4474" y="12636"/>
                  </a:lnTo>
                  <a:lnTo>
                    <a:pt x="7399" y="11501"/>
                  </a:lnTo>
                  <a:lnTo>
                    <a:pt x="2924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946645" y="4415836"/>
              <a:ext cx="362186" cy="431985"/>
            </a:xfrm>
            <a:custGeom>
              <a:avLst/>
              <a:gdLst/>
              <a:ahLst/>
              <a:cxnLst/>
              <a:rect l="l" t="t" r="r" b="b"/>
              <a:pathLst>
                <a:path w="11530" h="13752" extrusionOk="0">
                  <a:moveTo>
                    <a:pt x="6622" y="1"/>
                  </a:moveTo>
                  <a:cubicBezTo>
                    <a:pt x="6493" y="1"/>
                    <a:pt x="6363" y="24"/>
                    <a:pt x="6236" y="74"/>
                  </a:cubicBezTo>
                  <a:lnTo>
                    <a:pt x="820" y="2183"/>
                  </a:lnTo>
                  <a:cubicBezTo>
                    <a:pt x="275" y="2394"/>
                    <a:pt x="1" y="3012"/>
                    <a:pt x="215" y="3557"/>
                  </a:cubicBezTo>
                  <a:lnTo>
                    <a:pt x="3920" y="13071"/>
                  </a:lnTo>
                  <a:cubicBezTo>
                    <a:pt x="4082" y="13493"/>
                    <a:pt x="4486" y="13751"/>
                    <a:pt x="4914" y="13751"/>
                  </a:cubicBezTo>
                  <a:cubicBezTo>
                    <a:pt x="5041" y="13751"/>
                    <a:pt x="5171" y="13728"/>
                    <a:pt x="5298" y="13679"/>
                  </a:cubicBezTo>
                  <a:lnTo>
                    <a:pt x="10710" y="11571"/>
                  </a:lnTo>
                  <a:cubicBezTo>
                    <a:pt x="11258" y="11356"/>
                    <a:pt x="11529" y="10741"/>
                    <a:pt x="11315" y="10193"/>
                  </a:cubicBezTo>
                  <a:lnTo>
                    <a:pt x="7610" y="679"/>
                  </a:lnTo>
                  <a:cubicBezTo>
                    <a:pt x="7448" y="258"/>
                    <a:pt x="7046" y="1"/>
                    <a:pt x="66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897202" y="4485038"/>
              <a:ext cx="213982" cy="389766"/>
            </a:xfrm>
            <a:custGeom>
              <a:avLst/>
              <a:gdLst/>
              <a:ahLst/>
              <a:cxnLst/>
              <a:rect l="l" t="t" r="r" b="b"/>
              <a:pathLst>
                <a:path w="6812" h="12408" extrusionOk="0">
                  <a:moveTo>
                    <a:pt x="2338" y="1"/>
                  </a:moveTo>
                  <a:lnTo>
                    <a:pt x="0" y="908"/>
                  </a:lnTo>
                  <a:lnTo>
                    <a:pt x="4475" y="12408"/>
                  </a:lnTo>
                  <a:lnTo>
                    <a:pt x="6812" y="11498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026716" y="4480200"/>
              <a:ext cx="173146" cy="139471"/>
            </a:xfrm>
            <a:custGeom>
              <a:avLst/>
              <a:gdLst/>
              <a:ahLst/>
              <a:cxnLst/>
              <a:rect l="l" t="t" r="r" b="b"/>
              <a:pathLst>
                <a:path w="5512" h="4440" extrusionOk="0">
                  <a:moveTo>
                    <a:pt x="4460" y="0"/>
                  </a:moveTo>
                  <a:lnTo>
                    <a:pt x="0" y="1737"/>
                  </a:lnTo>
                  <a:lnTo>
                    <a:pt x="1055" y="4439"/>
                  </a:lnTo>
                  <a:lnTo>
                    <a:pt x="5511" y="2703"/>
                  </a:lnTo>
                  <a:lnTo>
                    <a:pt x="44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047134" y="4500524"/>
              <a:ext cx="115724" cy="53998"/>
            </a:xfrm>
            <a:custGeom>
              <a:avLst/>
              <a:gdLst/>
              <a:ahLst/>
              <a:cxnLst/>
              <a:rect l="l" t="t" r="r" b="b"/>
              <a:pathLst>
                <a:path w="3684" h="1719" extrusionOk="0">
                  <a:moveTo>
                    <a:pt x="3554" y="0"/>
                  </a:moveTo>
                  <a:lnTo>
                    <a:pt x="0" y="1385"/>
                  </a:lnTo>
                  <a:lnTo>
                    <a:pt x="130" y="1719"/>
                  </a:lnTo>
                  <a:lnTo>
                    <a:pt x="3684" y="337"/>
                  </a:lnTo>
                  <a:lnTo>
                    <a:pt x="3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055396" y="4522921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1" y="1"/>
                  </a:moveTo>
                  <a:lnTo>
                    <a:pt x="1" y="1385"/>
                  </a:lnTo>
                  <a:lnTo>
                    <a:pt x="131" y="1719"/>
                  </a:lnTo>
                  <a:lnTo>
                    <a:pt x="3684" y="338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064568" y="4545319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4" y="1"/>
                  </a:moveTo>
                  <a:lnTo>
                    <a:pt x="1" y="1382"/>
                  </a:lnTo>
                  <a:lnTo>
                    <a:pt x="131" y="1720"/>
                  </a:lnTo>
                  <a:lnTo>
                    <a:pt x="3684" y="338"/>
                  </a:lnTo>
                  <a:lnTo>
                    <a:pt x="3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1640000" y="2554200"/>
            <a:ext cx="5864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title" idx="2" hasCustomPrompt="1"/>
          </p:nvPr>
        </p:nvSpPr>
        <p:spPr>
          <a:xfrm>
            <a:off x="3960300" y="1149000"/>
            <a:ext cx="1223100" cy="1223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7" name="Google Shape;67;p3"/>
          <p:cNvSpPr txBox="1">
            <a:spLocks noGrp="1"/>
          </p:cNvSpPr>
          <p:nvPr>
            <p:ph type="subTitle" idx="1"/>
          </p:nvPr>
        </p:nvSpPr>
        <p:spPr>
          <a:xfrm>
            <a:off x="2144550" y="3396000"/>
            <a:ext cx="4854600" cy="59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6"/>
          <p:cNvGrpSpPr/>
          <p:nvPr/>
        </p:nvGrpSpPr>
        <p:grpSpPr>
          <a:xfrm>
            <a:off x="135508" y="200627"/>
            <a:ext cx="666387" cy="871704"/>
            <a:chOff x="5578779" y="4244952"/>
            <a:chExt cx="403431" cy="527730"/>
          </a:xfrm>
        </p:grpSpPr>
        <p:sp>
          <p:nvSpPr>
            <p:cNvPr id="301" name="Google Shape;301;p6"/>
            <p:cNvSpPr/>
            <p:nvPr/>
          </p:nvSpPr>
          <p:spPr>
            <a:xfrm>
              <a:off x="5588579" y="4305767"/>
              <a:ext cx="393630" cy="466915"/>
            </a:xfrm>
            <a:custGeom>
              <a:avLst/>
              <a:gdLst/>
              <a:ahLst/>
              <a:cxnLst/>
              <a:rect l="l" t="t" r="r" b="b"/>
              <a:pathLst>
                <a:path w="12531" h="14864" extrusionOk="0">
                  <a:moveTo>
                    <a:pt x="3737" y="0"/>
                  </a:moveTo>
                  <a:lnTo>
                    <a:pt x="1" y="12161"/>
                  </a:lnTo>
                  <a:lnTo>
                    <a:pt x="8795" y="14864"/>
                  </a:lnTo>
                  <a:lnTo>
                    <a:pt x="12531" y="2703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5585281" y="4286323"/>
              <a:ext cx="393724" cy="466947"/>
            </a:xfrm>
            <a:custGeom>
              <a:avLst/>
              <a:gdLst/>
              <a:ahLst/>
              <a:cxnLst/>
              <a:rect l="l" t="t" r="r" b="b"/>
              <a:pathLst>
                <a:path w="12534" h="14865" extrusionOk="0">
                  <a:moveTo>
                    <a:pt x="3740" y="0"/>
                  </a:moveTo>
                  <a:lnTo>
                    <a:pt x="0" y="12161"/>
                  </a:lnTo>
                  <a:lnTo>
                    <a:pt x="8798" y="14864"/>
                  </a:lnTo>
                  <a:lnTo>
                    <a:pt x="12534" y="2703"/>
                  </a:lnTo>
                  <a:lnTo>
                    <a:pt x="37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5582077" y="4275391"/>
              <a:ext cx="391086" cy="458434"/>
            </a:xfrm>
            <a:custGeom>
              <a:avLst/>
              <a:gdLst/>
              <a:ahLst/>
              <a:cxnLst/>
              <a:rect l="l" t="t" r="r" b="b"/>
              <a:pathLst>
                <a:path w="12450" h="14594" extrusionOk="0">
                  <a:moveTo>
                    <a:pt x="3656" y="1"/>
                  </a:moveTo>
                  <a:lnTo>
                    <a:pt x="1" y="11891"/>
                  </a:lnTo>
                  <a:lnTo>
                    <a:pt x="8794" y="14594"/>
                  </a:lnTo>
                  <a:lnTo>
                    <a:pt x="12450" y="2700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5578779" y="4264240"/>
              <a:ext cx="388541" cy="450047"/>
            </a:xfrm>
            <a:custGeom>
              <a:avLst/>
              <a:gdLst/>
              <a:ahLst/>
              <a:cxnLst/>
              <a:rect l="l" t="t" r="r" b="b"/>
              <a:pathLst>
                <a:path w="12369" h="14327" extrusionOk="0">
                  <a:moveTo>
                    <a:pt x="3575" y="1"/>
                  </a:moveTo>
                  <a:lnTo>
                    <a:pt x="0" y="11627"/>
                  </a:lnTo>
                  <a:lnTo>
                    <a:pt x="8794" y="14326"/>
                  </a:lnTo>
                  <a:lnTo>
                    <a:pt x="12368" y="2703"/>
                  </a:lnTo>
                  <a:lnTo>
                    <a:pt x="35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5709140" y="4244952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1" y="1"/>
                  </a:moveTo>
                  <a:cubicBezTo>
                    <a:pt x="632" y="1"/>
                    <a:pt x="485" y="103"/>
                    <a:pt x="437" y="263"/>
                  </a:cubicBezTo>
                  <a:lnTo>
                    <a:pt x="61" y="1479"/>
                  </a:lnTo>
                  <a:cubicBezTo>
                    <a:pt x="1" y="1676"/>
                    <a:pt x="113" y="1887"/>
                    <a:pt x="310" y="1947"/>
                  </a:cubicBezTo>
                  <a:cubicBezTo>
                    <a:pt x="347" y="1958"/>
                    <a:pt x="383" y="1963"/>
                    <a:pt x="420" y="1963"/>
                  </a:cubicBezTo>
                  <a:cubicBezTo>
                    <a:pt x="579" y="1963"/>
                    <a:pt x="726" y="1860"/>
                    <a:pt x="778" y="1697"/>
                  </a:cubicBezTo>
                  <a:lnTo>
                    <a:pt x="1150" y="485"/>
                  </a:lnTo>
                  <a:cubicBezTo>
                    <a:pt x="1210" y="288"/>
                    <a:pt x="1098" y="77"/>
                    <a:pt x="901" y="17"/>
                  </a:cubicBezTo>
                  <a:cubicBezTo>
                    <a:pt x="864" y="6"/>
                    <a:pt x="827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5749568" y="4257392"/>
              <a:ext cx="38009" cy="61631"/>
            </a:xfrm>
            <a:custGeom>
              <a:avLst/>
              <a:gdLst/>
              <a:ahLst/>
              <a:cxnLst/>
              <a:rect l="l" t="t" r="r" b="b"/>
              <a:pathLst>
                <a:path w="1210" h="1962" extrusionOk="0">
                  <a:moveTo>
                    <a:pt x="788" y="1"/>
                  </a:moveTo>
                  <a:cubicBezTo>
                    <a:pt x="630" y="1"/>
                    <a:pt x="484" y="105"/>
                    <a:pt x="433" y="264"/>
                  </a:cubicBezTo>
                  <a:lnTo>
                    <a:pt x="60" y="1477"/>
                  </a:lnTo>
                  <a:cubicBezTo>
                    <a:pt x="0" y="1677"/>
                    <a:pt x="113" y="1885"/>
                    <a:pt x="310" y="1944"/>
                  </a:cubicBezTo>
                  <a:cubicBezTo>
                    <a:pt x="347" y="1956"/>
                    <a:pt x="385" y="1962"/>
                    <a:pt x="422" y="1962"/>
                  </a:cubicBezTo>
                  <a:cubicBezTo>
                    <a:pt x="580" y="1962"/>
                    <a:pt x="726" y="1858"/>
                    <a:pt x="777" y="1698"/>
                  </a:cubicBezTo>
                  <a:lnTo>
                    <a:pt x="1150" y="482"/>
                  </a:lnTo>
                  <a:cubicBezTo>
                    <a:pt x="1209" y="285"/>
                    <a:pt x="1100" y="78"/>
                    <a:pt x="900" y="18"/>
                  </a:cubicBezTo>
                  <a:cubicBezTo>
                    <a:pt x="863" y="6"/>
                    <a:pt x="825" y="1"/>
                    <a:pt x="7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5789965" y="4269800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1" y="1"/>
                  </a:moveTo>
                  <a:cubicBezTo>
                    <a:pt x="632" y="1"/>
                    <a:pt x="485" y="103"/>
                    <a:pt x="433" y="263"/>
                  </a:cubicBezTo>
                  <a:lnTo>
                    <a:pt x="60" y="1479"/>
                  </a:lnTo>
                  <a:cubicBezTo>
                    <a:pt x="1" y="1676"/>
                    <a:pt x="110" y="1883"/>
                    <a:pt x="310" y="1946"/>
                  </a:cubicBezTo>
                  <a:cubicBezTo>
                    <a:pt x="346" y="1957"/>
                    <a:pt x="382" y="1962"/>
                    <a:pt x="418" y="1962"/>
                  </a:cubicBezTo>
                  <a:cubicBezTo>
                    <a:pt x="577" y="1962"/>
                    <a:pt x="725" y="1858"/>
                    <a:pt x="774" y="1697"/>
                  </a:cubicBezTo>
                  <a:lnTo>
                    <a:pt x="1150" y="484"/>
                  </a:lnTo>
                  <a:cubicBezTo>
                    <a:pt x="1210" y="287"/>
                    <a:pt x="1097" y="77"/>
                    <a:pt x="900" y="17"/>
                  </a:cubicBezTo>
                  <a:cubicBezTo>
                    <a:pt x="864" y="6"/>
                    <a:pt x="827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5830393" y="4282176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2" y="0"/>
                  </a:moveTo>
                  <a:cubicBezTo>
                    <a:pt x="631" y="0"/>
                    <a:pt x="481" y="105"/>
                    <a:pt x="432" y="266"/>
                  </a:cubicBezTo>
                  <a:lnTo>
                    <a:pt x="60" y="1479"/>
                  </a:lnTo>
                  <a:cubicBezTo>
                    <a:pt x="0" y="1675"/>
                    <a:pt x="109" y="1886"/>
                    <a:pt x="306" y="1946"/>
                  </a:cubicBezTo>
                  <a:cubicBezTo>
                    <a:pt x="342" y="1957"/>
                    <a:pt x="379" y="1962"/>
                    <a:pt x="416" y="1962"/>
                  </a:cubicBezTo>
                  <a:cubicBezTo>
                    <a:pt x="576" y="1962"/>
                    <a:pt x="725" y="1860"/>
                    <a:pt x="773" y="1700"/>
                  </a:cubicBezTo>
                  <a:lnTo>
                    <a:pt x="1146" y="484"/>
                  </a:lnTo>
                  <a:cubicBezTo>
                    <a:pt x="1209" y="287"/>
                    <a:pt x="1097" y="80"/>
                    <a:pt x="900" y="17"/>
                  </a:cubicBezTo>
                  <a:cubicBezTo>
                    <a:pt x="864" y="6"/>
                    <a:pt x="828" y="0"/>
                    <a:pt x="7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5870664" y="4294615"/>
              <a:ext cx="38009" cy="61631"/>
            </a:xfrm>
            <a:custGeom>
              <a:avLst/>
              <a:gdLst/>
              <a:ahLst/>
              <a:cxnLst/>
              <a:rect l="l" t="t" r="r" b="b"/>
              <a:pathLst>
                <a:path w="1210" h="1962" extrusionOk="0">
                  <a:moveTo>
                    <a:pt x="791" y="0"/>
                  </a:moveTo>
                  <a:cubicBezTo>
                    <a:pt x="631" y="0"/>
                    <a:pt x="485" y="104"/>
                    <a:pt x="437" y="264"/>
                  </a:cubicBezTo>
                  <a:lnTo>
                    <a:pt x="64" y="1480"/>
                  </a:lnTo>
                  <a:cubicBezTo>
                    <a:pt x="1" y="1677"/>
                    <a:pt x="113" y="1884"/>
                    <a:pt x="310" y="1944"/>
                  </a:cubicBezTo>
                  <a:cubicBezTo>
                    <a:pt x="348" y="1956"/>
                    <a:pt x="385" y="1961"/>
                    <a:pt x="422" y="1961"/>
                  </a:cubicBezTo>
                  <a:cubicBezTo>
                    <a:pt x="581" y="1961"/>
                    <a:pt x="729" y="1857"/>
                    <a:pt x="778" y="1698"/>
                  </a:cubicBezTo>
                  <a:lnTo>
                    <a:pt x="1150" y="485"/>
                  </a:lnTo>
                  <a:cubicBezTo>
                    <a:pt x="1210" y="285"/>
                    <a:pt x="1101" y="77"/>
                    <a:pt x="904" y="18"/>
                  </a:cubicBezTo>
                  <a:cubicBezTo>
                    <a:pt x="866" y="6"/>
                    <a:pt x="828" y="0"/>
                    <a:pt x="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5911091" y="4306992"/>
              <a:ext cx="38009" cy="61694"/>
            </a:xfrm>
            <a:custGeom>
              <a:avLst/>
              <a:gdLst/>
              <a:ahLst/>
              <a:cxnLst/>
              <a:rect l="l" t="t" r="r" b="b"/>
              <a:pathLst>
                <a:path w="1210" h="1964" extrusionOk="0">
                  <a:moveTo>
                    <a:pt x="792" y="1"/>
                  </a:moveTo>
                  <a:cubicBezTo>
                    <a:pt x="631" y="1"/>
                    <a:pt x="485" y="103"/>
                    <a:pt x="436" y="263"/>
                  </a:cubicBezTo>
                  <a:lnTo>
                    <a:pt x="64" y="1479"/>
                  </a:lnTo>
                  <a:cubicBezTo>
                    <a:pt x="0" y="1676"/>
                    <a:pt x="113" y="1887"/>
                    <a:pt x="310" y="1947"/>
                  </a:cubicBezTo>
                  <a:cubicBezTo>
                    <a:pt x="346" y="1958"/>
                    <a:pt x="383" y="1963"/>
                    <a:pt x="419" y="1963"/>
                  </a:cubicBezTo>
                  <a:cubicBezTo>
                    <a:pt x="579" y="1963"/>
                    <a:pt x="728" y="1861"/>
                    <a:pt x="777" y="1697"/>
                  </a:cubicBezTo>
                  <a:lnTo>
                    <a:pt x="1150" y="485"/>
                  </a:lnTo>
                  <a:cubicBezTo>
                    <a:pt x="1209" y="288"/>
                    <a:pt x="1100" y="77"/>
                    <a:pt x="904" y="17"/>
                  </a:cubicBezTo>
                  <a:cubicBezTo>
                    <a:pt x="866" y="6"/>
                    <a:pt x="829" y="1"/>
                    <a:pt x="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5694345" y="4340572"/>
              <a:ext cx="225824" cy="74856"/>
            </a:xfrm>
            <a:custGeom>
              <a:avLst/>
              <a:gdLst/>
              <a:ahLst/>
              <a:cxnLst/>
              <a:rect l="l" t="t" r="r" b="b"/>
              <a:pathLst>
                <a:path w="7189" h="2383" extrusionOk="0">
                  <a:moveTo>
                    <a:pt x="168" y="1"/>
                  </a:moveTo>
                  <a:cubicBezTo>
                    <a:pt x="101" y="1"/>
                    <a:pt x="41" y="37"/>
                    <a:pt x="22" y="94"/>
                  </a:cubicBezTo>
                  <a:cubicBezTo>
                    <a:pt x="1" y="168"/>
                    <a:pt x="54" y="249"/>
                    <a:pt x="145" y="277"/>
                  </a:cubicBezTo>
                  <a:lnTo>
                    <a:pt x="6964" y="2375"/>
                  </a:lnTo>
                  <a:cubicBezTo>
                    <a:pt x="6983" y="2380"/>
                    <a:pt x="7003" y="2383"/>
                    <a:pt x="7021" y="2383"/>
                  </a:cubicBezTo>
                  <a:cubicBezTo>
                    <a:pt x="7090" y="2383"/>
                    <a:pt x="7148" y="2349"/>
                    <a:pt x="7167" y="2291"/>
                  </a:cubicBezTo>
                  <a:cubicBezTo>
                    <a:pt x="7189" y="2217"/>
                    <a:pt x="7136" y="2133"/>
                    <a:pt x="7048" y="2105"/>
                  </a:cubicBezTo>
                  <a:lnTo>
                    <a:pt x="226" y="10"/>
                  </a:lnTo>
                  <a:cubicBezTo>
                    <a:pt x="206" y="4"/>
                    <a:pt x="187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5687089" y="4364194"/>
              <a:ext cx="225919" cy="74793"/>
            </a:xfrm>
            <a:custGeom>
              <a:avLst/>
              <a:gdLst/>
              <a:ahLst/>
              <a:cxnLst/>
              <a:rect l="l" t="t" r="r" b="b"/>
              <a:pathLst>
                <a:path w="7192" h="2381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6" y="249"/>
                    <a:pt x="144" y="277"/>
                  </a:cubicBezTo>
                  <a:lnTo>
                    <a:pt x="6966" y="2372"/>
                  </a:lnTo>
                  <a:cubicBezTo>
                    <a:pt x="6986" y="2378"/>
                    <a:pt x="7005" y="2381"/>
                    <a:pt x="7024" y="2381"/>
                  </a:cubicBezTo>
                  <a:cubicBezTo>
                    <a:pt x="7091" y="2381"/>
                    <a:pt x="7150" y="2345"/>
                    <a:pt x="7166" y="2287"/>
                  </a:cubicBezTo>
                  <a:cubicBezTo>
                    <a:pt x="7191" y="2214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5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5679895" y="4387722"/>
              <a:ext cx="225824" cy="74793"/>
            </a:xfrm>
            <a:custGeom>
              <a:avLst/>
              <a:gdLst/>
              <a:ahLst/>
              <a:cxnLst/>
              <a:rect l="l" t="t" r="r" b="b"/>
              <a:pathLst>
                <a:path w="7189" h="2381" extrusionOk="0">
                  <a:moveTo>
                    <a:pt x="166" y="0"/>
                  </a:moveTo>
                  <a:cubicBezTo>
                    <a:pt x="98" y="0"/>
                    <a:pt x="41" y="36"/>
                    <a:pt x="22" y="94"/>
                  </a:cubicBezTo>
                  <a:cubicBezTo>
                    <a:pt x="1" y="168"/>
                    <a:pt x="53" y="249"/>
                    <a:pt x="141" y="277"/>
                  </a:cubicBezTo>
                  <a:lnTo>
                    <a:pt x="6963" y="2371"/>
                  </a:lnTo>
                  <a:cubicBezTo>
                    <a:pt x="6983" y="2378"/>
                    <a:pt x="7002" y="2381"/>
                    <a:pt x="7021" y="2381"/>
                  </a:cubicBezTo>
                  <a:cubicBezTo>
                    <a:pt x="7088" y="2381"/>
                    <a:pt x="7148" y="2344"/>
                    <a:pt x="7167" y="2287"/>
                  </a:cubicBezTo>
                  <a:cubicBezTo>
                    <a:pt x="7188" y="2213"/>
                    <a:pt x="7135" y="2132"/>
                    <a:pt x="7048" y="2104"/>
                  </a:cubicBezTo>
                  <a:lnTo>
                    <a:pt x="226" y="10"/>
                  </a:lnTo>
                  <a:cubicBezTo>
                    <a:pt x="205" y="3"/>
                    <a:pt x="185" y="0"/>
                    <a:pt x="1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5672608" y="4411219"/>
              <a:ext cx="225919" cy="74919"/>
            </a:xfrm>
            <a:custGeom>
              <a:avLst/>
              <a:gdLst/>
              <a:ahLst/>
              <a:cxnLst/>
              <a:rect l="l" t="t" r="r" b="b"/>
              <a:pathLst>
                <a:path w="7192" h="2385" extrusionOk="0">
                  <a:moveTo>
                    <a:pt x="167" y="1"/>
                  </a:moveTo>
                  <a:cubicBezTo>
                    <a:pt x="101" y="1"/>
                    <a:pt x="42" y="37"/>
                    <a:pt x="25" y="95"/>
                  </a:cubicBezTo>
                  <a:cubicBezTo>
                    <a:pt x="1" y="168"/>
                    <a:pt x="57" y="253"/>
                    <a:pt x="145" y="277"/>
                  </a:cubicBezTo>
                  <a:lnTo>
                    <a:pt x="6967" y="2376"/>
                  </a:lnTo>
                  <a:cubicBezTo>
                    <a:pt x="6986" y="2382"/>
                    <a:pt x="7006" y="2385"/>
                    <a:pt x="7025" y="2385"/>
                  </a:cubicBezTo>
                  <a:cubicBezTo>
                    <a:pt x="7092" y="2385"/>
                    <a:pt x="7151" y="2349"/>
                    <a:pt x="7167" y="2291"/>
                  </a:cubicBezTo>
                  <a:cubicBezTo>
                    <a:pt x="7192" y="2217"/>
                    <a:pt x="7135" y="2133"/>
                    <a:pt x="7048" y="2105"/>
                  </a:cubicBezTo>
                  <a:lnTo>
                    <a:pt x="226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5665446" y="4434872"/>
              <a:ext cx="225793" cy="74793"/>
            </a:xfrm>
            <a:custGeom>
              <a:avLst/>
              <a:gdLst/>
              <a:ahLst/>
              <a:cxnLst/>
              <a:rect l="l" t="t" r="r" b="b"/>
              <a:pathLst>
                <a:path w="7188" h="2381" extrusionOk="0">
                  <a:moveTo>
                    <a:pt x="165" y="0"/>
                  </a:moveTo>
                  <a:cubicBezTo>
                    <a:pt x="98" y="0"/>
                    <a:pt x="40" y="36"/>
                    <a:pt x="21" y="94"/>
                  </a:cubicBezTo>
                  <a:cubicBezTo>
                    <a:pt x="0" y="167"/>
                    <a:pt x="53" y="248"/>
                    <a:pt x="141" y="276"/>
                  </a:cubicBezTo>
                  <a:lnTo>
                    <a:pt x="6963" y="2371"/>
                  </a:lnTo>
                  <a:cubicBezTo>
                    <a:pt x="6982" y="2377"/>
                    <a:pt x="7002" y="2380"/>
                    <a:pt x="7021" y="2380"/>
                  </a:cubicBezTo>
                  <a:cubicBezTo>
                    <a:pt x="7088" y="2380"/>
                    <a:pt x="7147" y="2344"/>
                    <a:pt x="7167" y="2287"/>
                  </a:cubicBezTo>
                  <a:cubicBezTo>
                    <a:pt x="7188" y="2213"/>
                    <a:pt x="7135" y="2132"/>
                    <a:pt x="7044" y="2104"/>
                  </a:cubicBezTo>
                  <a:lnTo>
                    <a:pt x="225" y="9"/>
                  </a:lnTo>
                  <a:cubicBezTo>
                    <a:pt x="205" y="3"/>
                    <a:pt x="185" y="0"/>
                    <a:pt x="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5658158" y="4458369"/>
              <a:ext cx="225793" cy="74887"/>
            </a:xfrm>
            <a:custGeom>
              <a:avLst/>
              <a:gdLst/>
              <a:ahLst/>
              <a:cxnLst/>
              <a:rect l="l" t="t" r="r" b="b"/>
              <a:pathLst>
                <a:path w="7188" h="2384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3" y="252"/>
                    <a:pt x="144" y="277"/>
                  </a:cubicBezTo>
                  <a:lnTo>
                    <a:pt x="6966" y="2375"/>
                  </a:lnTo>
                  <a:cubicBezTo>
                    <a:pt x="6985" y="2381"/>
                    <a:pt x="7004" y="2383"/>
                    <a:pt x="7022" y="2383"/>
                  </a:cubicBezTo>
                  <a:cubicBezTo>
                    <a:pt x="7090" y="2383"/>
                    <a:pt x="7150" y="2349"/>
                    <a:pt x="7167" y="2291"/>
                  </a:cubicBezTo>
                  <a:cubicBezTo>
                    <a:pt x="7188" y="2217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5644462" y="4502975"/>
              <a:ext cx="225793" cy="74887"/>
            </a:xfrm>
            <a:custGeom>
              <a:avLst/>
              <a:gdLst/>
              <a:ahLst/>
              <a:cxnLst/>
              <a:rect l="l" t="t" r="r" b="b"/>
              <a:pathLst>
                <a:path w="7188" h="2384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3" y="252"/>
                    <a:pt x="144" y="277"/>
                  </a:cubicBezTo>
                  <a:lnTo>
                    <a:pt x="6963" y="2375"/>
                  </a:lnTo>
                  <a:cubicBezTo>
                    <a:pt x="6983" y="2381"/>
                    <a:pt x="7002" y="2383"/>
                    <a:pt x="7021" y="2383"/>
                  </a:cubicBezTo>
                  <a:cubicBezTo>
                    <a:pt x="7089" y="2383"/>
                    <a:pt x="7147" y="2349"/>
                    <a:pt x="7167" y="2291"/>
                  </a:cubicBezTo>
                  <a:cubicBezTo>
                    <a:pt x="7188" y="2214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5637174" y="4526534"/>
              <a:ext cx="225919" cy="74887"/>
            </a:xfrm>
            <a:custGeom>
              <a:avLst/>
              <a:gdLst/>
              <a:ahLst/>
              <a:cxnLst/>
              <a:rect l="l" t="t" r="r" b="b"/>
              <a:pathLst>
                <a:path w="7192" h="2384" extrusionOk="0">
                  <a:moveTo>
                    <a:pt x="169" y="1"/>
                  </a:moveTo>
                  <a:cubicBezTo>
                    <a:pt x="102" y="1"/>
                    <a:pt x="42" y="35"/>
                    <a:pt x="25" y="93"/>
                  </a:cubicBezTo>
                  <a:cubicBezTo>
                    <a:pt x="0" y="170"/>
                    <a:pt x="57" y="251"/>
                    <a:pt x="144" y="279"/>
                  </a:cubicBezTo>
                  <a:lnTo>
                    <a:pt x="6966" y="2374"/>
                  </a:lnTo>
                  <a:cubicBezTo>
                    <a:pt x="6986" y="2380"/>
                    <a:pt x="7006" y="2383"/>
                    <a:pt x="7025" y="2383"/>
                  </a:cubicBezTo>
                  <a:cubicBezTo>
                    <a:pt x="7092" y="2383"/>
                    <a:pt x="7150" y="2347"/>
                    <a:pt x="7167" y="2290"/>
                  </a:cubicBezTo>
                  <a:cubicBezTo>
                    <a:pt x="7191" y="2216"/>
                    <a:pt x="7139" y="2131"/>
                    <a:pt x="7047" y="2107"/>
                  </a:cubicBezTo>
                  <a:lnTo>
                    <a:pt x="225" y="9"/>
                  </a:lnTo>
                  <a:cubicBezTo>
                    <a:pt x="207" y="3"/>
                    <a:pt x="188" y="1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5629981" y="4550125"/>
              <a:ext cx="225824" cy="74793"/>
            </a:xfrm>
            <a:custGeom>
              <a:avLst/>
              <a:gdLst/>
              <a:ahLst/>
              <a:cxnLst/>
              <a:rect l="l" t="t" r="r" b="b"/>
              <a:pathLst>
                <a:path w="7189" h="2381" extrusionOk="0">
                  <a:moveTo>
                    <a:pt x="168" y="0"/>
                  </a:moveTo>
                  <a:cubicBezTo>
                    <a:pt x="101" y="0"/>
                    <a:pt x="41" y="37"/>
                    <a:pt x="22" y="94"/>
                  </a:cubicBezTo>
                  <a:cubicBezTo>
                    <a:pt x="1" y="168"/>
                    <a:pt x="54" y="249"/>
                    <a:pt x="145" y="277"/>
                  </a:cubicBezTo>
                  <a:lnTo>
                    <a:pt x="6964" y="2372"/>
                  </a:lnTo>
                  <a:cubicBezTo>
                    <a:pt x="6984" y="2378"/>
                    <a:pt x="7004" y="2381"/>
                    <a:pt x="7023" y="2381"/>
                  </a:cubicBezTo>
                  <a:cubicBezTo>
                    <a:pt x="7091" y="2381"/>
                    <a:pt x="7148" y="2345"/>
                    <a:pt x="7167" y="2287"/>
                  </a:cubicBezTo>
                  <a:cubicBezTo>
                    <a:pt x="7188" y="2213"/>
                    <a:pt x="7136" y="2133"/>
                    <a:pt x="7048" y="2104"/>
                  </a:cubicBezTo>
                  <a:lnTo>
                    <a:pt x="226" y="10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5622693" y="4573653"/>
              <a:ext cx="225919" cy="74856"/>
            </a:xfrm>
            <a:custGeom>
              <a:avLst/>
              <a:gdLst/>
              <a:ahLst/>
              <a:cxnLst/>
              <a:rect l="l" t="t" r="r" b="b"/>
              <a:pathLst>
                <a:path w="7192" h="2383" extrusionOk="0">
                  <a:moveTo>
                    <a:pt x="168" y="0"/>
                  </a:moveTo>
                  <a:cubicBezTo>
                    <a:pt x="101" y="0"/>
                    <a:pt x="42" y="36"/>
                    <a:pt x="26" y="94"/>
                  </a:cubicBezTo>
                  <a:cubicBezTo>
                    <a:pt x="1" y="167"/>
                    <a:pt x="57" y="252"/>
                    <a:pt x="145" y="276"/>
                  </a:cubicBezTo>
                  <a:lnTo>
                    <a:pt x="6967" y="2375"/>
                  </a:lnTo>
                  <a:cubicBezTo>
                    <a:pt x="6986" y="2380"/>
                    <a:pt x="7005" y="2382"/>
                    <a:pt x="7023" y="2382"/>
                  </a:cubicBezTo>
                  <a:cubicBezTo>
                    <a:pt x="7091" y="2382"/>
                    <a:pt x="7151" y="2348"/>
                    <a:pt x="7167" y="2290"/>
                  </a:cubicBezTo>
                  <a:cubicBezTo>
                    <a:pt x="7192" y="2217"/>
                    <a:pt x="7136" y="2132"/>
                    <a:pt x="7048" y="2108"/>
                  </a:cubicBezTo>
                  <a:lnTo>
                    <a:pt x="226" y="9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5615531" y="4597212"/>
              <a:ext cx="225824" cy="74856"/>
            </a:xfrm>
            <a:custGeom>
              <a:avLst/>
              <a:gdLst/>
              <a:ahLst/>
              <a:cxnLst/>
              <a:rect l="l" t="t" r="r" b="b"/>
              <a:pathLst>
                <a:path w="7189" h="2383" extrusionOk="0">
                  <a:moveTo>
                    <a:pt x="168" y="0"/>
                  </a:moveTo>
                  <a:cubicBezTo>
                    <a:pt x="99" y="0"/>
                    <a:pt x="41" y="34"/>
                    <a:pt x="22" y="92"/>
                  </a:cubicBezTo>
                  <a:cubicBezTo>
                    <a:pt x="1" y="170"/>
                    <a:pt x="53" y="250"/>
                    <a:pt x="141" y="279"/>
                  </a:cubicBezTo>
                  <a:lnTo>
                    <a:pt x="6963" y="2373"/>
                  </a:lnTo>
                  <a:cubicBezTo>
                    <a:pt x="6983" y="2380"/>
                    <a:pt x="7002" y="2383"/>
                    <a:pt x="7021" y="2383"/>
                  </a:cubicBezTo>
                  <a:cubicBezTo>
                    <a:pt x="7088" y="2383"/>
                    <a:pt x="7148" y="2346"/>
                    <a:pt x="7167" y="2289"/>
                  </a:cubicBezTo>
                  <a:cubicBezTo>
                    <a:pt x="7188" y="2215"/>
                    <a:pt x="7135" y="2134"/>
                    <a:pt x="7047" y="2106"/>
                  </a:cubicBezTo>
                  <a:lnTo>
                    <a:pt x="225" y="8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" name="Google Shape;322;p6"/>
          <p:cNvGrpSpPr/>
          <p:nvPr/>
        </p:nvGrpSpPr>
        <p:grpSpPr>
          <a:xfrm>
            <a:off x="8787317" y="4501577"/>
            <a:ext cx="404931" cy="520505"/>
            <a:chOff x="5107560" y="4417815"/>
            <a:chExt cx="217751" cy="279917"/>
          </a:xfrm>
        </p:grpSpPr>
        <p:sp>
          <p:nvSpPr>
            <p:cNvPr id="323" name="Google Shape;323;p6"/>
            <p:cNvSpPr/>
            <p:nvPr/>
          </p:nvSpPr>
          <p:spPr>
            <a:xfrm>
              <a:off x="5152385" y="4429752"/>
              <a:ext cx="169376" cy="215898"/>
            </a:xfrm>
            <a:custGeom>
              <a:avLst/>
              <a:gdLst/>
              <a:ahLst/>
              <a:cxnLst/>
              <a:rect l="l" t="t" r="r" b="b"/>
              <a:pathLst>
                <a:path w="5392" h="6873" extrusionOk="0">
                  <a:moveTo>
                    <a:pt x="4823" y="0"/>
                  </a:moveTo>
                  <a:cubicBezTo>
                    <a:pt x="4808" y="28"/>
                    <a:pt x="4777" y="32"/>
                    <a:pt x="4756" y="56"/>
                  </a:cubicBezTo>
                  <a:cubicBezTo>
                    <a:pt x="4763" y="60"/>
                    <a:pt x="4787" y="91"/>
                    <a:pt x="4798" y="99"/>
                  </a:cubicBezTo>
                  <a:lnTo>
                    <a:pt x="4935" y="190"/>
                  </a:lnTo>
                  <a:cubicBezTo>
                    <a:pt x="5237" y="394"/>
                    <a:pt x="5308" y="854"/>
                    <a:pt x="5062" y="1220"/>
                  </a:cubicBezTo>
                  <a:lnTo>
                    <a:pt x="1575" y="6404"/>
                  </a:lnTo>
                  <a:cubicBezTo>
                    <a:pt x="1408" y="6652"/>
                    <a:pt x="1148" y="6792"/>
                    <a:pt x="903" y="6792"/>
                  </a:cubicBezTo>
                  <a:cubicBezTo>
                    <a:pt x="787" y="6792"/>
                    <a:pt x="675" y="6761"/>
                    <a:pt x="577" y="6696"/>
                  </a:cubicBezTo>
                  <a:lnTo>
                    <a:pt x="433" y="6601"/>
                  </a:lnTo>
                  <a:cubicBezTo>
                    <a:pt x="130" y="6393"/>
                    <a:pt x="81" y="5933"/>
                    <a:pt x="327" y="5567"/>
                  </a:cubicBezTo>
                  <a:lnTo>
                    <a:pt x="1786" y="3399"/>
                  </a:lnTo>
                  <a:cubicBezTo>
                    <a:pt x="1813" y="3364"/>
                    <a:pt x="1791" y="3332"/>
                    <a:pt x="1766" y="3332"/>
                  </a:cubicBezTo>
                  <a:cubicBezTo>
                    <a:pt x="1755" y="3332"/>
                    <a:pt x="1745" y="3337"/>
                    <a:pt x="1737" y="3350"/>
                  </a:cubicBezTo>
                  <a:lnTo>
                    <a:pt x="271" y="5529"/>
                  </a:lnTo>
                  <a:cubicBezTo>
                    <a:pt x="0" y="5929"/>
                    <a:pt x="50" y="6443"/>
                    <a:pt x="387" y="6667"/>
                  </a:cubicBezTo>
                  <a:lnTo>
                    <a:pt x="531" y="6766"/>
                  </a:lnTo>
                  <a:cubicBezTo>
                    <a:pt x="638" y="6838"/>
                    <a:pt x="761" y="6872"/>
                    <a:pt x="888" y="6872"/>
                  </a:cubicBezTo>
                  <a:cubicBezTo>
                    <a:pt x="1159" y="6872"/>
                    <a:pt x="1447" y="6717"/>
                    <a:pt x="1631" y="6443"/>
                  </a:cubicBezTo>
                  <a:lnTo>
                    <a:pt x="5121" y="1258"/>
                  </a:lnTo>
                  <a:cubicBezTo>
                    <a:pt x="5392" y="854"/>
                    <a:pt x="5339" y="341"/>
                    <a:pt x="5005" y="116"/>
                  </a:cubicBezTo>
                  <a:lnTo>
                    <a:pt x="4861" y="21"/>
                  </a:lnTo>
                  <a:cubicBezTo>
                    <a:pt x="4847" y="11"/>
                    <a:pt x="4837" y="7"/>
                    <a:pt x="48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5150501" y="4428181"/>
              <a:ext cx="173051" cy="219008"/>
            </a:xfrm>
            <a:custGeom>
              <a:avLst/>
              <a:gdLst/>
              <a:ahLst/>
              <a:cxnLst/>
              <a:rect l="l" t="t" r="r" b="b"/>
              <a:pathLst>
                <a:path w="5509" h="6972" extrusionOk="0">
                  <a:moveTo>
                    <a:pt x="4889" y="1"/>
                  </a:moveTo>
                  <a:cubicBezTo>
                    <a:pt x="4883" y="1"/>
                    <a:pt x="4877" y="2"/>
                    <a:pt x="4872" y="4"/>
                  </a:cubicBezTo>
                  <a:cubicBezTo>
                    <a:pt x="4858" y="8"/>
                    <a:pt x="4844" y="15"/>
                    <a:pt x="4837" y="25"/>
                  </a:cubicBezTo>
                  <a:cubicBezTo>
                    <a:pt x="4837" y="29"/>
                    <a:pt x="4830" y="33"/>
                    <a:pt x="4823" y="36"/>
                  </a:cubicBezTo>
                  <a:cubicBezTo>
                    <a:pt x="4812" y="43"/>
                    <a:pt x="4802" y="50"/>
                    <a:pt x="4791" y="61"/>
                  </a:cubicBezTo>
                  <a:cubicBezTo>
                    <a:pt x="4784" y="64"/>
                    <a:pt x="4777" y="68"/>
                    <a:pt x="4770" y="75"/>
                  </a:cubicBezTo>
                  <a:cubicBezTo>
                    <a:pt x="4756" y="99"/>
                    <a:pt x="4763" y="134"/>
                    <a:pt x="4784" y="145"/>
                  </a:cubicBezTo>
                  <a:cubicBezTo>
                    <a:pt x="4788" y="149"/>
                    <a:pt x="4788" y="149"/>
                    <a:pt x="4788" y="149"/>
                  </a:cubicBezTo>
                  <a:cubicBezTo>
                    <a:pt x="4791" y="149"/>
                    <a:pt x="4795" y="156"/>
                    <a:pt x="4798" y="163"/>
                  </a:cubicBezTo>
                  <a:cubicBezTo>
                    <a:pt x="4812" y="177"/>
                    <a:pt x="4819" y="184"/>
                    <a:pt x="4830" y="191"/>
                  </a:cubicBezTo>
                  <a:lnTo>
                    <a:pt x="4967" y="282"/>
                  </a:lnTo>
                  <a:cubicBezTo>
                    <a:pt x="5255" y="475"/>
                    <a:pt x="5308" y="908"/>
                    <a:pt x="5083" y="1242"/>
                  </a:cubicBezTo>
                  <a:lnTo>
                    <a:pt x="1593" y="6426"/>
                  </a:lnTo>
                  <a:cubicBezTo>
                    <a:pt x="1435" y="6661"/>
                    <a:pt x="1191" y="6793"/>
                    <a:pt x="964" y="6793"/>
                  </a:cubicBezTo>
                  <a:cubicBezTo>
                    <a:pt x="857" y="6793"/>
                    <a:pt x="754" y="6764"/>
                    <a:pt x="665" y="6703"/>
                  </a:cubicBezTo>
                  <a:lnTo>
                    <a:pt x="521" y="6609"/>
                  </a:lnTo>
                  <a:cubicBezTo>
                    <a:pt x="240" y="6419"/>
                    <a:pt x="201" y="5986"/>
                    <a:pt x="429" y="5646"/>
                  </a:cubicBezTo>
                  <a:lnTo>
                    <a:pt x="1888" y="3477"/>
                  </a:lnTo>
                  <a:cubicBezTo>
                    <a:pt x="1906" y="3456"/>
                    <a:pt x="1913" y="3428"/>
                    <a:pt x="1909" y="3403"/>
                  </a:cubicBezTo>
                  <a:cubicBezTo>
                    <a:pt x="1902" y="3379"/>
                    <a:pt x="1892" y="3361"/>
                    <a:pt x="1870" y="3347"/>
                  </a:cubicBezTo>
                  <a:cubicBezTo>
                    <a:pt x="1857" y="3337"/>
                    <a:pt x="1841" y="3332"/>
                    <a:pt x="1826" y="3332"/>
                  </a:cubicBezTo>
                  <a:cubicBezTo>
                    <a:pt x="1799" y="3332"/>
                    <a:pt x="1772" y="3347"/>
                    <a:pt x="1754" y="3371"/>
                  </a:cubicBezTo>
                  <a:lnTo>
                    <a:pt x="289" y="5551"/>
                  </a:lnTo>
                  <a:cubicBezTo>
                    <a:pt x="1" y="5976"/>
                    <a:pt x="60" y="6521"/>
                    <a:pt x="419" y="6760"/>
                  </a:cubicBezTo>
                  <a:lnTo>
                    <a:pt x="563" y="6858"/>
                  </a:lnTo>
                  <a:cubicBezTo>
                    <a:pt x="678" y="6935"/>
                    <a:pt x="811" y="6971"/>
                    <a:pt x="947" y="6971"/>
                  </a:cubicBezTo>
                  <a:cubicBezTo>
                    <a:pt x="1234" y="6971"/>
                    <a:pt x="1538" y="6809"/>
                    <a:pt x="1733" y="6521"/>
                  </a:cubicBezTo>
                  <a:lnTo>
                    <a:pt x="5223" y="1336"/>
                  </a:lnTo>
                  <a:cubicBezTo>
                    <a:pt x="5508" y="908"/>
                    <a:pt x="5452" y="366"/>
                    <a:pt x="5093" y="124"/>
                  </a:cubicBezTo>
                  <a:lnTo>
                    <a:pt x="4949" y="29"/>
                  </a:lnTo>
                  <a:cubicBezTo>
                    <a:pt x="4939" y="22"/>
                    <a:pt x="4928" y="15"/>
                    <a:pt x="4914" y="8"/>
                  </a:cubicBezTo>
                  <a:cubicBezTo>
                    <a:pt x="4908" y="4"/>
                    <a:pt x="4898" y="1"/>
                    <a:pt x="48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5150501" y="4425763"/>
              <a:ext cx="173051" cy="221490"/>
            </a:xfrm>
            <a:custGeom>
              <a:avLst/>
              <a:gdLst/>
              <a:ahLst/>
              <a:cxnLst/>
              <a:rect l="l" t="t" r="r" b="b"/>
              <a:pathLst>
                <a:path w="5509" h="7051" extrusionOk="0">
                  <a:moveTo>
                    <a:pt x="4735" y="1"/>
                  </a:moveTo>
                  <a:cubicBezTo>
                    <a:pt x="4707" y="64"/>
                    <a:pt x="4686" y="74"/>
                    <a:pt x="4629" y="113"/>
                  </a:cubicBezTo>
                  <a:lnTo>
                    <a:pt x="4935" y="327"/>
                  </a:lnTo>
                  <a:cubicBezTo>
                    <a:pt x="5223" y="521"/>
                    <a:pt x="5308" y="985"/>
                    <a:pt x="5083" y="1319"/>
                  </a:cubicBezTo>
                  <a:lnTo>
                    <a:pt x="1593" y="6503"/>
                  </a:lnTo>
                  <a:cubicBezTo>
                    <a:pt x="1435" y="6738"/>
                    <a:pt x="1191" y="6870"/>
                    <a:pt x="964" y="6870"/>
                  </a:cubicBezTo>
                  <a:cubicBezTo>
                    <a:pt x="857" y="6870"/>
                    <a:pt x="754" y="6841"/>
                    <a:pt x="665" y="6780"/>
                  </a:cubicBezTo>
                  <a:lnTo>
                    <a:pt x="521" y="6686"/>
                  </a:lnTo>
                  <a:cubicBezTo>
                    <a:pt x="240" y="6496"/>
                    <a:pt x="201" y="6063"/>
                    <a:pt x="429" y="5723"/>
                  </a:cubicBezTo>
                  <a:lnTo>
                    <a:pt x="1888" y="3554"/>
                  </a:lnTo>
                  <a:cubicBezTo>
                    <a:pt x="1906" y="3533"/>
                    <a:pt x="1913" y="3505"/>
                    <a:pt x="1909" y="3480"/>
                  </a:cubicBezTo>
                  <a:cubicBezTo>
                    <a:pt x="1906" y="3456"/>
                    <a:pt x="1892" y="3438"/>
                    <a:pt x="1870" y="3424"/>
                  </a:cubicBezTo>
                  <a:cubicBezTo>
                    <a:pt x="1857" y="3414"/>
                    <a:pt x="1841" y="3409"/>
                    <a:pt x="1826" y="3409"/>
                  </a:cubicBezTo>
                  <a:cubicBezTo>
                    <a:pt x="1799" y="3409"/>
                    <a:pt x="1772" y="3424"/>
                    <a:pt x="1754" y="3448"/>
                  </a:cubicBezTo>
                  <a:lnTo>
                    <a:pt x="289" y="5628"/>
                  </a:lnTo>
                  <a:cubicBezTo>
                    <a:pt x="1" y="6053"/>
                    <a:pt x="60" y="6598"/>
                    <a:pt x="419" y="6837"/>
                  </a:cubicBezTo>
                  <a:lnTo>
                    <a:pt x="563" y="6935"/>
                  </a:lnTo>
                  <a:cubicBezTo>
                    <a:pt x="679" y="7014"/>
                    <a:pt x="812" y="7051"/>
                    <a:pt x="949" y="7051"/>
                  </a:cubicBezTo>
                  <a:cubicBezTo>
                    <a:pt x="1236" y="7051"/>
                    <a:pt x="1538" y="6888"/>
                    <a:pt x="1733" y="6598"/>
                  </a:cubicBezTo>
                  <a:lnTo>
                    <a:pt x="5223" y="1413"/>
                  </a:lnTo>
                  <a:cubicBezTo>
                    <a:pt x="5508" y="985"/>
                    <a:pt x="5448" y="472"/>
                    <a:pt x="5090" y="229"/>
                  </a:cubicBezTo>
                  <a:lnTo>
                    <a:pt x="47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5148741" y="4424161"/>
              <a:ext cx="176570" cy="224662"/>
            </a:xfrm>
            <a:custGeom>
              <a:avLst/>
              <a:gdLst/>
              <a:ahLst/>
              <a:cxnLst/>
              <a:rect l="l" t="t" r="r" b="b"/>
              <a:pathLst>
                <a:path w="5621" h="7152" extrusionOk="0">
                  <a:moveTo>
                    <a:pt x="4809" y="122"/>
                  </a:moveTo>
                  <a:lnTo>
                    <a:pt x="5118" y="326"/>
                  </a:lnTo>
                  <a:cubicBezTo>
                    <a:pt x="5452" y="551"/>
                    <a:pt x="5504" y="1039"/>
                    <a:pt x="5237" y="1436"/>
                  </a:cubicBezTo>
                  <a:lnTo>
                    <a:pt x="1747" y="6621"/>
                  </a:lnTo>
                  <a:cubicBezTo>
                    <a:pt x="1563" y="6895"/>
                    <a:pt x="1275" y="7050"/>
                    <a:pt x="1004" y="7050"/>
                  </a:cubicBezTo>
                  <a:cubicBezTo>
                    <a:pt x="877" y="7050"/>
                    <a:pt x="754" y="7016"/>
                    <a:pt x="647" y="6944"/>
                  </a:cubicBezTo>
                  <a:lnTo>
                    <a:pt x="503" y="6845"/>
                  </a:lnTo>
                  <a:cubicBezTo>
                    <a:pt x="166" y="6621"/>
                    <a:pt x="116" y="6111"/>
                    <a:pt x="387" y="5707"/>
                  </a:cubicBezTo>
                  <a:lnTo>
                    <a:pt x="1853" y="3528"/>
                  </a:lnTo>
                  <a:cubicBezTo>
                    <a:pt x="1860" y="3517"/>
                    <a:pt x="1871" y="3513"/>
                    <a:pt x="1882" y="3513"/>
                  </a:cubicBezTo>
                  <a:cubicBezTo>
                    <a:pt x="1896" y="3513"/>
                    <a:pt x="1910" y="3522"/>
                    <a:pt x="1912" y="3538"/>
                  </a:cubicBezTo>
                  <a:cubicBezTo>
                    <a:pt x="1916" y="3552"/>
                    <a:pt x="1912" y="3566"/>
                    <a:pt x="1902" y="3577"/>
                  </a:cubicBezTo>
                  <a:lnTo>
                    <a:pt x="443" y="5745"/>
                  </a:lnTo>
                  <a:cubicBezTo>
                    <a:pt x="197" y="6111"/>
                    <a:pt x="246" y="6571"/>
                    <a:pt x="549" y="6779"/>
                  </a:cubicBezTo>
                  <a:lnTo>
                    <a:pt x="693" y="6874"/>
                  </a:lnTo>
                  <a:cubicBezTo>
                    <a:pt x="790" y="6939"/>
                    <a:pt x="902" y="6970"/>
                    <a:pt x="1017" y="6970"/>
                  </a:cubicBezTo>
                  <a:cubicBezTo>
                    <a:pt x="1262" y="6970"/>
                    <a:pt x="1524" y="6830"/>
                    <a:pt x="1691" y="6582"/>
                  </a:cubicBezTo>
                  <a:lnTo>
                    <a:pt x="5178" y="1398"/>
                  </a:lnTo>
                  <a:cubicBezTo>
                    <a:pt x="5413" y="1046"/>
                    <a:pt x="5339" y="551"/>
                    <a:pt x="5019" y="336"/>
                  </a:cubicBezTo>
                  <a:lnTo>
                    <a:pt x="4770" y="164"/>
                  </a:lnTo>
                  <a:cubicBezTo>
                    <a:pt x="4784" y="150"/>
                    <a:pt x="4798" y="139"/>
                    <a:pt x="4809" y="122"/>
                  </a:cubicBezTo>
                  <a:close/>
                  <a:moveTo>
                    <a:pt x="4792" y="0"/>
                  </a:moveTo>
                  <a:cubicBezTo>
                    <a:pt x="4786" y="0"/>
                    <a:pt x="4779" y="1"/>
                    <a:pt x="4773" y="2"/>
                  </a:cubicBezTo>
                  <a:cubicBezTo>
                    <a:pt x="4759" y="6"/>
                    <a:pt x="4749" y="16"/>
                    <a:pt x="4742" y="30"/>
                  </a:cubicBezTo>
                  <a:cubicBezTo>
                    <a:pt x="4724" y="76"/>
                    <a:pt x="4710" y="83"/>
                    <a:pt x="4664" y="115"/>
                  </a:cubicBezTo>
                  <a:cubicBezTo>
                    <a:pt x="4650" y="125"/>
                    <a:pt x="4636" y="143"/>
                    <a:pt x="4636" y="161"/>
                  </a:cubicBezTo>
                  <a:cubicBezTo>
                    <a:pt x="4636" y="178"/>
                    <a:pt x="4640" y="196"/>
                    <a:pt x="4654" y="206"/>
                  </a:cubicBezTo>
                  <a:lnTo>
                    <a:pt x="4963" y="417"/>
                  </a:lnTo>
                  <a:cubicBezTo>
                    <a:pt x="5234" y="600"/>
                    <a:pt x="5297" y="1039"/>
                    <a:pt x="5097" y="1341"/>
                  </a:cubicBezTo>
                  <a:lnTo>
                    <a:pt x="1607" y="6526"/>
                  </a:lnTo>
                  <a:cubicBezTo>
                    <a:pt x="1459" y="6745"/>
                    <a:pt x="1231" y="6870"/>
                    <a:pt x="1019" y="6870"/>
                  </a:cubicBezTo>
                  <a:cubicBezTo>
                    <a:pt x="923" y="6870"/>
                    <a:pt x="829" y="6844"/>
                    <a:pt x="749" y="6789"/>
                  </a:cubicBezTo>
                  <a:lnTo>
                    <a:pt x="605" y="6694"/>
                  </a:lnTo>
                  <a:cubicBezTo>
                    <a:pt x="348" y="6522"/>
                    <a:pt x="313" y="6121"/>
                    <a:pt x="528" y="5802"/>
                  </a:cubicBezTo>
                  <a:lnTo>
                    <a:pt x="1986" y="3633"/>
                  </a:lnTo>
                  <a:cubicBezTo>
                    <a:pt x="2011" y="3601"/>
                    <a:pt x="2021" y="3563"/>
                    <a:pt x="2014" y="3521"/>
                  </a:cubicBezTo>
                  <a:cubicBezTo>
                    <a:pt x="2007" y="3485"/>
                    <a:pt x="1986" y="3454"/>
                    <a:pt x="1955" y="3433"/>
                  </a:cubicBezTo>
                  <a:cubicBezTo>
                    <a:pt x="1933" y="3417"/>
                    <a:pt x="1907" y="3410"/>
                    <a:pt x="1882" y="3410"/>
                  </a:cubicBezTo>
                  <a:cubicBezTo>
                    <a:pt x="1838" y="3410"/>
                    <a:pt x="1795" y="3431"/>
                    <a:pt x="1768" y="3471"/>
                  </a:cubicBezTo>
                  <a:lnTo>
                    <a:pt x="303" y="5650"/>
                  </a:lnTo>
                  <a:cubicBezTo>
                    <a:pt x="0" y="6100"/>
                    <a:pt x="64" y="6673"/>
                    <a:pt x="447" y="6930"/>
                  </a:cubicBezTo>
                  <a:lnTo>
                    <a:pt x="591" y="7028"/>
                  </a:lnTo>
                  <a:cubicBezTo>
                    <a:pt x="715" y="7112"/>
                    <a:pt x="858" y="7151"/>
                    <a:pt x="1004" y="7151"/>
                  </a:cubicBezTo>
                  <a:cubicBezTo>
                    <a:pt x="1308" y="7151"/>
                    <a:pt x="1628" y="6980"/>
                    <a:pt x="1832" y="6677"/>
                  </a:cubicBezTo>
                  <a:lnTo>
                    <a:pt x="5322" y="1493"/>
                  </a:lnTo>
                  <a:cubicBezTo>
                    <a:pt x="5620" y="1046"/>
                    <a:pt x="5557" y="498"/>
                    <a:pt x="5174" y="241"/>
                  </a:cubicBezTo>
                  <a:lnTo>
                    <a:pt x="4816" y="6"/>
                  </a:lnTo>
                  <a:cubicBezTo>
                    <a:pt x="4809" y="2"/>
                    <a:pt x="4801" y="0"/>
                    <a:pt x="4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5109319" y="4419417"/>
              <a:ext cx="200537" cy="276744"/>
            </a:xfrm>
            <a:custGeom>
              <a:avLst/>
              <a:gdLst/>
              <a:ahLst/>
              <a:cxnLst/>
              <a:rect l="l" t="t" r="r" b="b"/>
              <a:pathLst>
                <a:path w="6384" h="8810" extrusionOk="0">
                  <a:moveTo>
                    <a:pt x="5370" y="1"/>
                  </a:moveTo>
                  <a:cubicBezTo>
                    <a:pt x="5096" y="1"/>
                    <a:pt x="4865" y="119"/>
                    <a:pt x="4707" y="354"/>
                  </a:cubicBezTo>
                  <a:lnTo>
                    <a:pt x="335" y="6852"/>
                  </a:lnTo>
                  <a:cubicBezTo>
                    <a:pt x="1" y="7348"/>
                    <a:pt x="180" y="8054"/>
                    <a:pt x="732" y="8427"/>
                  </a:cubicBezTo>
                  <a:lnTo>
                    <a:pt x="964" y="8585"/>
                  </a:lnTo>
                  <a:cubicBezTo>
                    <a:pt x="1190" y="8737"/>
                    <a:pt x="1443" y="8810"/>
                    <a:pt x="1686" y="8810"/>
                  </a:cubicBezTo>
                  <a:cubicBezTo>
                    <a:pt x="2041" y="8810"/>
                    <a:pt x="2375" y="8654"/>
                    <a:pt x="2573" y="8360"/>
                  </a:cubicBezTo>
                  <a:lnTo>
                    <a:pt x="5167" y="4505"/>
                  </a:lnTo>
                  <a:cubicBezTo>
                    <a:pt x="5195" y="4462"/>
                    <a:pt x="5174" y="4417"/>
                    <a:pt x="5139" y="4392"/>
                  </a:cubicBezTo>
                  <a:cubicBezTo>
                    <a:pt x="5126" y="4383"/>
                    <a:pt x="5110" y="4379"/>
                    <a:pt x="5095" y="4379"/>
                  </a:cubicBezTo>
                  <a:cubicBezTo>
                    <a:pt x="5075" y="4379"/>
                    <a:pt x="5055" y="4387"/>
                    <a:pt x="5041" y="4403"/>
                  </a:cubicBezTo>
                  <a:lnTo>
                    <a:pt x="2436" y="8269"/>
                  </a:lnTo>
                  <a:cubicBezTo>
                    <a:pt x="2268" y="8522"/>
                    <a:pt x="1981" y="8655"/>
                    <a:pt x="1676" y="8655"/>
                  </a:cubicBezTo>
                  <a:cubicBezTo>
                    <a:pt x="1464" y="8655"/>
                    <a:pt x="1244" y="8591"/>
                    <a:pt x="1048" y="8459"/>
                  </a:cubicBezTo>
                  <a:lnTo>
                    <a:pt x="816" y="8300"/>
                  </a:lnTo>
                  <a:cubicBezTo>
                    <a:pt x="338" y="7981"/>
                    <a:pt x="180" y="7369"/>
                    <a:pt x="468" y="6944"/>
                  </a:cubicBezTo>
                  <a:lnTo>
                    <a:pt x="4840" y="445"/>
                  </a:lnTo>
                  <a:cubicBezTo>
                    <a:pt x="4971" y="252"/>
                    <a:pt x="5158" y="155"/>
                    <a:pt x="5383" y="155"/>
                  </a:cubicBezTo>
                  <a:cubicBezTo>
                    <a:pt x="5599" y="155"/>
                    <a:pt x="5849" y="245"/>
                    <a:pt x="6116" y="424"/>
                  </a:cubicBezTo>
                  <a:lnTo>
                    <a:pt x="6292" y="540"/>
                  </a:lnTo>
                  <a:cubicBezTo>
                    <a:pt x="6297" y="542"/>
                    <a:pt x="6302" y="545"/>
                    <a:pt x="6307" y="545"/>
                  </a:cubicBezTo>
                  <a:cubicBezTo>
                    <a:pt x="6309" y="545"/>
                    <a:pt x="6311" y="545"/>
                    <a:pt x="6313" y="543"/>
                  </a:cubicBezTo>
                  <a:cubicBezTo>
                    <a:pt x="6320" y="540"/>
                    <a:pt x="6327" y="536"/>
                    <a:pt x="6331" y="529"/>
                  </a:cubicBezTo>
                  <a:cubicBezTo>
                    <a:pt x="6338" y="501"/>
                    <a:pt x="6355" y="473"/>
                    <a:pt x="6376" y="452"/>
                  </a:cubicBezTo>
                  <a:cubicBezTo>
                    <a:pt x="6380" y="445"/>
                    <a:pt x="6383" y="438"/>
                    <a:pt x="6383" y="431"/>
                  </a:cubicBezTo>
                  <a:cubicBezTo>
                    <a:pt x="6383" y="424"/>
                    <a:pt x="6376" y="417"/>
                    <a:pt x="6373" y="413"/>
                  </a:cubicBezTo>
                  <a:lnTo>
                    <a:pt x="6201" y="297"/>
                  </a:lnTo>
                  <a:cubicBezTo>
                    <a:pt x="5905" y="99"/>
                    <a:pt x="5620" y="1"/>
                    <a:pt x="53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5107560" y="4417815"/>
              <a:ext cx="203961" cy="279917"/>
            </a:xfrm>
            <a:custGeom>
              <a:avLst/>
              <a:gdLst/>
              <a:ahLst/>
              <a:cxnLst/>
              <a:rect l="l" t="t" r="r" b="b"/>
              <a:pathLst>
                <a:path w="6493" h="8911" extrusionOk="0">
                  <a:moveTo>
                    <a:pt x="5427" y="102"/>
                  </a:moveTo>
                  <a:cubicBezTo>
                    <a:pt x="5667" y="102"/>
                    <a:pt x="5942" y="198"/>
                    <a:pt x="6228" y="391"/>
                  </a:cubicBezTo>
                  <a:lnTo>
                    <a:pt x="6376" y="489"/>
                  </a:lnTo>
                  <a:cubicBezTo>
                    <a:pt x="6366" y="503"/>
                    <a:pt x="6359" y="517"/>
                    <a:pt x="6351" y="531"/>
                  </a:cubicBezTo>
                  <a:lnTo>
                    <a:pt x="6200" y="433"/>
                  </a:lnTo>
                  <a:cubicBezTo>
                    <a:pt x="5925" y="247"/>
                    <a:pt x="5664" y="155"/>
                    <a:pt x="5438" y="155"/>
                  </a:cubicBezTo>
                  <a:cubicBezTo>
                    <a:pt x="5198" y="155"/>
                    <a:pt x="4996" y="260"/>
                    <a:pt x="4854" y="468"/>
                  </a:cubicBezTo>
                  <a:lnTo>
                    <a:pt x="482" y="6967"/>
                  </a:lnTo>
                  <a:cubicBezTo>
                    <a:pt x="180" y="7417"/>
                    <a:pt x="341" y="8056"/>
                    <a:pt x="844" y="8394"/>
                  </a:cubicBezTo>
                  <a:lnTo>
                    <a:pt x="1076" y="8552"/>
                  </a:lnTo>
                  <a:cubicBezTo>
                    <a:pt x="1280" y="8689"/>
                    <a:pt x="1510" y="8755"/>
                    <a:pt x="1731" y="8755"/>
                  </a:cubicBezTo>
                  <a:cubicBezTo>
                    <a:pt x="2052" y="8755"/>
                    <a:pt x="2355" y="8615"/>
                    <a:pt x="2535" y="8348"/>
                  </a:cubicBezTo>
                  <a:lnTo>
                    <a:pt x="5135" y="4482"/>
                  </a:lnTo>
                  <a:cubicBezTo>
                    <a:pt x="5139" y="4480"/>
                    <a:pt x="5144" y="4478"/>
                    <a:pt x="5150" y="4478"/>
                  </a:cubicBezTo>
                  <a:cubicBezTo>
                    <a:pt x="5156" y="4478"/>
                    <a:pt x="5162" y="4480"/>
                    <a:pt x="5167" y="4485"/>
                  </a:cubicBezTo>
                  <a:cubicBezTo>
                    <a:pt x="5174" y="4489"/>
                    <a:pt x="5192" y="4506"/>
                    <a:pt x="5178" y="4527"/>
                  </a:cubicBezTo>
                  <a:lnTo>
                    <a:pt x="2587" y="8383"/>
                  </a:lnTo>
                  <a:cubicBezTo>
                    <a:pt x="2398" y="8662"/>
                    <a:pt x="2079" y="8809"/>
                    <a:pt x="1741" y="8809"/>
                  </a:cubicBezTo>
                  <a:cubicBezTo>
                    <a:pt x="1507" y="8809"/>
                    <a:pt x="1264" y="8739"/>
                    <a:pt x="1048" y="8594"/>
                  </a:cubicBezTo>
                  <a:lnTo>
                    <a:pt x="816" y="8436"/>
                  </a:lnTo>
                  <a:cubicBezTo>
                    <a:pt x="285" y="8081"/>
                    <a:pt x="113" y="7406"/>
                    <a:pt x="433" y="6931"/>
                  </a:cubicBezTo>
                  <a:lnTo>
                    <a:pt x="4801" y="433"/>
                  </a:lnTo>
                  <a:cubicBezTo>
                    <a:pt x="4951" y="212"/>
                    <a:pt x="5169" y="102"/>
                    <a:pt x="5427" y="102"/>
                  </a:cubicBezTo>
                  <a:close/>
                  <a:moveTo>
                    <a:pt x="5427" y="1"/>
                  </a:moveTo>
                  <a:cubicBezTo>
                    <a:pt x="5137" y="1"/>
                    <a:pt x="4890" y="128"/>
                    <a:pt x="4721" y="380"/>
                  </a:cubicBezTo>
                  <a:lnTo>
                    <a:pt x="348" y="6875"/>
                  </a:lnTo>
                  <a:cubicBezTo>
                    <a:pt x="0" y="7395"/>
                    <a:pt x="183" y="8130"/>
                    <a:pt x="760" y="8520"/>
                  </a:cubicBezTo>
                  <a:lnTo>
                    <a:pt x="992" y="8678"/>
                  </a:lnTo>
                  <a:cubicBezTo>
                    <a:pt x="1225" y="8835"/>
                    <a:pt x="1487" y="8910"/>
                    <a:pt x="1739" y="8910"/>
                  </a:cubicBezTo>
                  <a:cubicBezTo>
                    <a:pt x="2111" y="8910"/>
                    <a:pt x="2462" y="8747"/>
                    <a:pt x="2672" y="8439"/>
                  </a:cubicBezTo>
                  <a:lnTo>
                    <a:pt x="5265" y="4584"/>
                  </a:lnTo>
                  <a:cubicBezTo>
                    <a:pt x="5308" y="4517"/>
                    <a:pt x="5279" y="4440"/>
                    <a:pt x="5223" y="4401"/>
                  </a:cubicBezTo>
                  <a:cubicBezTo>
                    <a:pt x="5201" y="4386"/>
                    <a:pt x="5177" y="4379"/>
                    <a:pt x="5153" y="4379"/>
                  </a:cubicBezTo>
                  <a:cubicBezTo>
                    <a:pt x="5119" y="4379"/>
                    <a:pt x="5085" y="4393"/>
                    <a:pt x="5058" y="4422"/>
                  </a:cubicBezTo>
                  <a:lnTo>
                    <a:pt x="2454" y="8292"/>
                  </a:lnTo>
                  <a:cubicBezTo>
                    <a:pt x="2292" y="8530"/>
                    <a:pt x="2021" y="8656"/>
                    <a:pt x="1732" y="8656"/>
                  </a:cubicBezTo>
                  <a:cubicBezTo>
                    <a:pt x="1530" y="8656"/>
                    <a:pt x="1320" y="8594"/>
                    <a:pt x="1132" y="8467"/>
                  </a:cubicBezTo>
                  <a:lnTo>
                    <a:pt x="900" y="8313"/>
                  </a:lnTo>
                  <a:cubicBezTo>
                    <a:pt x="443" y="8003"/>
                    <a:pt x="296" y="7427"/>
                    <a:pt x="566" y="7023"/>
                  </a:cubicBezTo>
                  <a:lnTo>
                    <a:pt x="4939" y="524"/>
                  </a:lnTo>
                  <a:cubicBezTo>
                    <a:pt x="5059" y="347"/>
                    <a:pt x="5233" y="258"/>
                    <a:pt x="5442" y="258"/>
                  </a:cubicBezTo>
                  <a:cubicBezTo>
                    <a:pt x="5648" y="258"/>
                    <a:pt x="5888" y="345"/>
                    <a:pt x="6144" y="517"/>
                  </a:cubicBezTo>
                  <a:lnTo>
                    <a:pt x="6320" y="633"/>
                  </a:lnTo>
                  <a:cubicBezTo>
                    <a:pt x="6334" y="643"/>
                    <a:pt x="6350" y="647"/>
                    <a:pt x="6365" y="647"/>
                  </a:cubicBezTo>
                  <a:cubicBezTo>
                    <a:pt x="6372" y="647"/>
                    <a:pt x="6380" y="646"/>
                    <a:pt x="6387" y="644"/>
                  </a:cubicBezTo>
                  <a:cubicBezTo>
                    <a:pt x="6408" y="637"/>
                    <a:pt x="6425" y="619"/>
                    <a:pt x="6432" y="594"/>
                  </a:cubicBezTo>
                  <a:cubicBezTo>
                    <a:pt x="6443" y="573"/>
                    <a:pt x="6453" y="556"/>
                    <a:pt x="6471" y="535"/>
                  </a:cubicBezTo>
                  <a:cubicBezTo>
                    <a:pt x="6485" y="517"/>
                    <a:pt x="6492" y="496"/>
                    <a:pt x="6489" y="475"/>
                  </a:cubicBezTo>
                  <a:cubicBezTo>
                    <a:pt x="6485" y="454"/>
                    <a:pt x="6474" y="433"/>
                    <a:pt x="6457" y="422"/>
                  </a:cubicBezTo>
                  <a:lnTo>
                    <a:pt x="6285" y="306"/>
                  </a:lnTo>
                  <a:cubicBezTo>
                    <a:pt x="5981" y="102"/>
                    <a:pt x="5687" y="1"/>
                    <a:pt x="54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6"/>
          <p:cNvGrpSpPr/>
          <p:nvPr/>
        </p:nvGrpSpPr>
        <p:grpSpPr>
          <a:xfrm>
            <a:off x="931464" y="72556"/>
            <a:ext cx="254064" cy="313340"/>
            <a:chOff x="2700514" y="4184106"/>
            <a:chExt cx="254064" cy="313340"/>
          </a:xfrm>
        </p:grpSpPr>
        <p:sp>
          <p:nvSpPr>
            <p:cNvPr id="330" name="Google Shape;330;p6"/>
            <p:cNvSpPr/>
            <p:nvPr/>
          </p:nvSpPr>
          <p:spPr>
            <a:xfrm>
              <a:off x="2700514" y="4322101"/>
              <a:ext cx="131744" cy="175345"/>
            </a:xfrm>
            <a:custGeom>
              <a:avLst/>
              <a:gdLst/>
              <a:ahLst/>
              <a:cxnLst/>
              <a:rect l="l" t="t" r="r" b="b"/>
              <a:pathLst>
                <a:path w="4194" h="5582" extrusionOk="0">
                  <a:moveTo>
                    <a:pt x="3195" y="0"/>
                  </a:moveTo>
                  <a:lnTo>
                    <a:pt x="0" y="5582"/>
                  </a:lnTo>
                  <a:lnTo>
                    <a:pt x="4193" y="710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2817871" y="4184106"/>
              <a:ext cx="136707" cy="103316"/>
            </a:xfrm>
            <a:custGeom>
              <a:avLst/>
              <a:gdLst/>
              <a:ahLst/>
              <a:cxnLst/>
              <a:rect l="l" t="t" r="r" b="b"/>
              <a:pathLst>
                <a:path w="4352" h="3289" extrusionOk="0">
                  <a:moveTo>
                    <a:pt x="541" y="0"/>
                  </a:moveTo>
                  <a:cubicBezTo>
                    <a:pt x="392" y="0"/>
                    <a:pt x="246" y="70"/>
                    <a:pt x="151" y="200"/>
                  </a:cubicBezTo>
                  <a:cubicBezTo>
                    <a:pt x="0" y="415"/>
                    <a:pt x="50" y="713"/>
                    <a:pt x="264" y="865"/>
                  </a:cubicBezTo>
                  <a:lnTo>
                    <a:pt x="3533" y="3198"/>
                  </a:lnTo>
                  <a:cubicBezTo>
                    <a:pt x="3617" y="3259"/>
                    <a:pt x="3715" y="3288"/>
                    <a:pt x="3811" y="3288"/>
                  </a:cubicBezTo>
                  <a:cubicBezTo>
                    <a:pt x="3960" y="3288"/>
                    <a:pt x="4105" y="3219"/>
                    <a:pt x="4197" y="3089"/>
                  </a:cubicBezTo>
                  <a:cubicBezTo>
                    <a:pt x="4352" y="2875"/>
                    <a:pt x="4302" y="2576"/>
                    <a:pt x="4088" y="2422"/>
                  </a:cubicBezTo>
                  <a:lnTo>
                    <a:pt x="816" y="88"/>
                  </a:lnTo>
                  <a:cubicBezTo>
                    <a:pt x="732" y="29"/>
                    <a:pt x="636" y="0"/>
                    <a:pt x="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2724576" y="4314719"/>
              <a:ext cx="136833" cy="103221"/>
            </a:xfrm>
            <a:custGeom>
              <a:avLst/>
              <a:gdLst/>
              <a:ahLst/>
              <a:cxnLst/>
              <a:rect l="l" t="t" r="r" b="b"/>
              <a:pathLst>
                <a:path w="4356" h="3286" extrusionOk="0">
                  <a:moveTo>
                    <a:pt x="543" y="0"/>
                  </a:moveTo>
                  <a:cubicBezTo>
                    <a:pt x="394" y="0"/>
                    <a:pt x="247" y="69"/>
                    <a:pt x="155" y="200"/>
                  </a:cubicBezTo>
                  <a:cubicBezTo>
                    <a:pt x="0" y="415"/>
                    <a:pt x="50" y="710"/>
                    <a:pt x="264" y="864"/>
                  </a:cubicBezTo>
                  <a:lnTo>
                    <a:pt x="3536" y="3198"/>
                  </a:lnTo>
                  <a:cubicBezTo>
                    <a:pt x="3620" y="3257"/>
                    <a:pt x="3717" y="3286"/>
                    <a:pt x="3812" y="3286"/>
                  </a:cubicBezTo>
                  <a:cubicBezTo>
                    <a:pt x="3961" y="3286"/>
                    <a:pt x="4108" y="3216"/>
                    <a:pt x="4200" y="3086"/>
                  </a:cubicBezTo>
                  <a:cubicBezTo>
                    <a:pt x="4355" y="2871"/>
                    <a:pt x="4306" y="2576"/>
                    <a:pt x="4088" y="2421"/>
                  </a:cubicBezTo>
                  <a:lnTo>
                    <a:pt x="819" y="88"/>
                  </a:lnTo>
                  <a:cubicBezTo>
                    <a:pt x="736" y="29"/>
                    <a:pt x="639" y="0"/>
                    <a:pt x="5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2751402" y="4205718"/>
              <a:ext cx="176790" cy="190266"/>
            </a:xfrm>
            <a:custGeom>
              <a:avLst/>
              <a:gdLst/>
              <a:ahLst/>
              <a:cxnLst/>
              <a:rect l="l" t="t" r="r" b="b"/>
              <a:pathLst>
                <a:path w="5628" h="6057" extrusionOk="0">
                  <a:moveTo>
                    <a:pt x="2967" y="1"/>
                  </a:moveTo>
                  <a:lnTo>
                    <a:pt x="0" y="4155"/>
                  </a:lnTo>
                  <a:lnTo>
                    <a:pt x="2661" y="6057"/>
                  </a:lnTo>
                  <a:lnTo>
                    <a:pt x="5628" y="1899"/>
                  </a:lnTo>
                  <a:lnTo>
                    <a:pt x="29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4" name="Google Shape;334;p6"/>
          <p:cNvGrpSpPr/>
          <p:nvPr/>
        </p:nvGrpSpPr>
        <p:grpSpPr>
          <a:xfrm rot="-5400000">
            <a:off x="7939334" y="4598947"/>
            <a:ext cx="225985" cy="540514"/>
            <a:chOff x="5273600" y="602550"/>
            <a:chExt cx="155050" cy="370850"/>
          </a:xfrm>
        </p:grpSpPr>
        <p:sp>
          <p:nvSpPr>
            <p:cNvPr id="335" name="Google Shape;335;p6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6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6"/>
          <p:cNvGrpSpPr/>
          <p:nvPr/>
        </p:nvGrpSpPr>
        <p:grpSpPr>
          <a:xfrm>
            <a:off x="8571461" y="4471506"/>
            <a:ext cx="137078" cy="137078"/>
            <a:chOff x="2495900" y="1640275"/>
            <a:chExt cx="94050" cy="94050"/>
          </a:xfrm>
        </p:grpSpPr>
        <p:sp>
          <p:nvSpPr>
            <p:cNvPr id="354" name="Google Shape;354;p6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6"/>
          <p:cNvGrpSpPr/>
          <p:nvPr/>
        </p:nvGrpSpPr>
        <p:grpSpPr>
          <a:xfrm rot="-5400000">
            <a:off x="-48541" y="1189772"/>
            <a:ext cx="225985" cy="540514"/>
            <a:chOff x="5273600" y="602550"/>
            <a:chExt cx="155050" cy="370850"/>
          </a:xfrm>
        </p:grpSpPr>
        <p:sp>
          <p:nvSpPr>
            <p:cNvPr id="357" name="Google Shape;357;p6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6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6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6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6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6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6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6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6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6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6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6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6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6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6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5" name="Google Shape;375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endParaRPr/>
          </a:p>
        </p:txBody>
      </p:sp>
      <p:sp>
        <p:nvSpPr>
          <p:cNvPr id="376" name="Google Shape;376;p6"/>
          <p:cNvSpPr/>
          <p:nvPr/>
        </p:nvSpPr>
        <p:spPr>
          <a:xfrm rot="-1940348" flipH="1">
            <a:off x="7089670" y="-3183437"/>
            <a:ext cx="5057283" cy="4099769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"/>
          <p:cNvSpPr txBox="1">
            <a:spLocks noGrp="1"/>
          </p:cNvSpPr>
          <p:nvPr>
            <p:ph type="title"/>
          </p:nvPr>
        </p:nvSpPr>
        <p:spPr>
          <a:xfrm>
            <a:off x="763375" y="1395894"/>
            <a:ext cx="3487800" cy="107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9" name="Google Shape;379;p7"/>
          <p:cNvSpPr txBox="1">
            <a:spLocks noGrp="1"/>
          </p:cNvSpPr>
          <p:nvPr>
            <p:ph type="subTitle" idx="1"/>
          </p:nvPr>
        </p:nvSpPr>
        <p:spPr>
          <a:xfrm>
            <a:off x="763375" y="2424906"/>
            <a:ext cx="3487800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80" name="Google Shape;380;p7"/>
          <p:cNvGrpSpPr/>
          <p:nvPr/>
        </p:nvGrpSpPr>
        <p:grpSpPr>
          <a:xfrm>
            <a:off x="239369" y="3994323"/>
            <a:ext cx="459131" cy="884511"/>
            <a:chOff x="1116368" y="2559603"/>
            <a:chExt cx="115229" cy="221988"/>
          </a:xfrm>
        </p:grpSpPr>
        <p:sp>
          <p:nvSpPr>
            <p:cNvPr id="381" name="Google Shape;381;p7"/>
            <p:cNvSpPr/>
            <p:nvPr/>
          </p:nvSpPr>
          <p:spPr>
            <a:xfrm>
              <a:off x="1117551" y="2582467"/>
              <a:ext cx="52988" cy="130184"/>
            </a:xfrm>
            <a:custGeom>
              <a:avLst/>
              <a:gdLst/>
              <a:ahLst/>
              <a:cxnLst/>
              <a:rect l="l" t="t" r="r" b="b"/>
              <a:pathLst>
                <a:path w="1970" h="4840" extrusionOk="0">
                  <a:moveTo>
                    <a:pt x="535" y="0"/>
                  </a:moveTo>
                  <a:lnTo>
                    <a:pt x="1" y="165"/>
                  </a:lnTo>
                  <a:lnTo>
                    <a:pt x="1438" y="4840"/>
                  </a:lnTo>
                  <a:lnTo>
                    <a:pt x="1969" y="4678"/>
                  </a:lnTo>
                  <a:lnTo>
                    <a:pt x="5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1152251" y="2561082"/>
              <a:ext cx="14982" cy="131636"/>
            </a:xfrm>
            <a:custGeom>
              <a:avLst/>
              <a:gdLst/>
              <a:ahLst/>
              <a:cxnLst/>
              <a:rect l="l" t="t" r="r" b="b"/>
              <a:pathLst>
                <a:path w="557" h="4894" extrusionOk="0">
                  <a:moveTo>
                    <a:pt x="1" y="1"/>
                  </a:moveTo>
                  <a:lnTo>
                    <a:pt x="1" y="4893"/>
                  </a:lnTo>
                  <a:lnTo>
                    <a:pt x="556" y="4893"/>
                  </a:lnTo>
                  <a:lnTo>
                    <a:pt x="5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1179472" y="2595512"/>
              <a:ext cx="14982" cy="131609"/>
            </a:xfrm>
            <a:custGeom>
              <a:avLst/>
              <a:gdLst/>
              <a:ahLst/>
              <a:cxnLst/>
              <a:rect l="l" t="t" r="r" b="b"/>
              <a:pathLst>
                <a:path w="557" h="4893" extrusionOk="0">
                  <a:moveTo>
                    <a:pt x="1" y="0"/>
                  </a:moveTo>
                  <a:lnTo>
                    <a:pt x="1" y="4893"/>
                  </a:lnTo>
                  <a:lnTo>
                    <a:pt x="556" y="4893"/>
                  </a:lnTo>
                  <a:lnTo>
                    <a:pt x="5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1123980" y="2633977"/>
              <a:ext cx="107617" cy="147613"/>
            </a:xfrm>
            <a:custGeom>
              <a:avLst/>
              <a:gdLst/>
              <a:ahLst/>
              <a:cxnLst/>
              <a:rect l="l" t="t" r="r" b="b"/>
              <a:pathLst>
                <a:path w="4001" h="5488" extrusionOk="0">
                  <a:moveTo>
                    <a:pt x="1" y="1"/>
                  </a:moveTo>
                  <a:lnTo>
                    <a:pt x="440" y="5343"/>
                  </a:lnTo>
                  <a:lnTo>
                    <a:pt x="3241" y="5487"/>
                  </a:lnTo>
                  <a:lnTo>
                    <a:pt x="4001" y="2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1151228" y="2559603"/>
              <a:ext cx="17914" cy="5003"/>
            </a:xfrm>
            <a:custGeom>
              <a:avLst/>
              <a:gdLst/>
              <a:ahLst/>
              <a:cxnLst/>
              <a:rect l="l" t="t" r="r" b="b"/>
              <a:pathLst>
                <a:path w="666" h="186" extrusionOk="0">
                  <a:moveTo>
                    <a:pt x="567" y="1"/>
                  </a:moveTo>
                  <a:cubicBezTo>
                    <a:pt x="561" y="1"/>
                    <a:pt x="555" y="1"/>
                    <a:pt x="548" y="3"/>
                  </a:cubicBezTo>
                  <a:cubicBezTo>
                    <a:pt x="446" y="32"/>
                    <a:pt x="341" y="48"/>
                    <a:pt x="237" y="48"/>
                  </a:cubicBezTo>
                  <a:cubicBezTo>
                    <a:pt x="191" y="48"/>
                    <a:pt x="144" y="45"/>
                    <a:pt x="98" y="38"/>
                  </a:cubicBezTo>
                  <a:cubicBezTo>
                    <a:pt x="92" y="37"/>
                    <a:pt x="86" y="36"/>
                    <a:pt x="80" y="36"/>
                  </a:cubicBezTo>
                  <a:cubicBezTo>
                    <a:pt x="48" y="36"/>
                    <a:pt x="19" y="52"/>
                    <a:pt x="11" y="87"/>
                  </a:cubicBezTo>
                  <a:cubicBezTo>
                    <a:pt x="0" y="119"/>
                    <a:pt x="21" y="168"/>
                    <a:pt x="60" y="172"/>
                  </a:cubicBezTo>
                  <a:cubicBezTo>
                    <a:pt x="124" y="181"/>
                    <a:pt x="189" y="186"/>
                    <a:pt x="254" y="186"/>
                  </a:cubicBezTo>
                  <a:cubicBezTo>
                    <a:pt x="366" y="186"/>
                    <a:pt x="478" y="171"/>
                    <a:pt x="587" y="140"/>
                  </a:cubicBezTo>
                  <a:cubicBezTo>
                    <a:pt x="665" y="117"/>
                    <a:pt x="641" y="1"/>
                    <a:pt x="5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1142998" y="2571546"/>
              <a:ext cx="10651" cy="53418"/>
            </a:xfrm>
            <a:custGeom>
              <a:avLst/>
              <a:gdLst/>
              <a:ahLst/>
              <a:cxnLst/>
              <a:rect l="l" t="t" r="r" b="b"/>
              <a:pathLst>
                <a:path w="396" h="1986" extrusionOk="0">
                  <a:moveTo>
                    <a:pt x="290" y="0"/>
                  </a:moveTo>
                  <a:cubicBezTo>
                    <a:pt x="285" y="0"/>
                    <a:pt x="280" y="1"/>
                    <a:pt x="274" y="2"/>
                  </a:cubicBezTo>
                  <a:cubicBezTo>
                    <a:pt x="229" y="12"/>
                    <a:pt x="180" y="23"/>
                    <a:pt x="134" y="34"/>
                  </a:cubicBezTo>
                  <a:cubicBezTo>
                    <a:pt x="109" y="37"/>
                    <a:pt x="88" y="58"/>
                    <a:pt x="85" y="83"/>
                  </a:cubicBezTo>
                  <a:cubicBezTo>
                    <a:pt x="46" y="251"/>
                    <a:pt x="49" y="427"/>
                    <a:pt x="46" y="596"/>
                  </a:cubicBezTo>
                  <a:cubicBezTo>
                    <a:pt x="39" y="782"/>
                    <a:pt x="32" y="968"/>
                    <a:pt x="25" y="1155"/>
                  </a:cubicBezTo>
                  <a:cubicBezTo>
                    <a:pt x="18" y="1341"/>
                    <a:pt x="11" y="1524"/>
                    <a:pt x="4" y="1710"/>
                  </a:cubicBezTo>
                  <a:cubicBezTo>
                    <a:pt x="0" y="1824"/>
                    <a:pt x="19" y="1985"/>
                    <a:pt x="161" y="1985"/>
                  </a:cubicBezTo>
                  <a:cubicBezTo>
                    <a:pt x="168" y="1985"/>
                    <a:pt x="175" y="1985"/>
                    <a:pt x="183" y="1984"/>
                  </a:cubicBezTo>
                  <a:cubicBezTo>
                    <a:pt x="269" y="1977"/>
                    <a:pt x="271" y="1843"/>
                    <a:pt x="189" y="1843"/>
                  </a:cubicBezTo>
                  <a:cubicBezTo>
                    <a:pt x="187" y="1843"/>
                    <a:pt x="185" y="1843"/>
                    <a:pt x="183" y="1844"/>
                  </a:cubicBezTo>
                  <a:cubicBezTo>
                    <a:pt x="182" y="1844"/>
                    <a:pt x="181" y="1844"/>
                    <a:pt x="180" y="1844"/>
                  </a:cubicBezTo>
                  <a:cubicBezTo>
                    <a:pt x="121" y="1844"/>
                    <a:pt x="148" y="1653"/>
                    <a:pt x="148" y="1626"/>
                  </a:cubicBezTo>
                  <a:cubicBezTo>
                    <a:pt x="151" y="1555"/>
                    <a:pt x="151" y="1485"/>
                    <a:pt x="155" y="1415"/>
                  </a:cubicBezTo>
                  <a:cubicBezTo>
                    <a:pt x="162" y="1271"/>
                    <a:pt x="165" y="1123"/>
                    <a:pt x="172" y="979"/>
                  </a:cubicBezTo>
                  <a:cubicBezTo>
                    <a:pt x="176" y="842"/>
                    <a:pt x="180" y="701"/>
                    <a:pt x="187" y="561"/>
                  </a:cubicBezTo>
                  <a:cubicBezTo>
                    <a:pt x="190" y="427"/>
                    <a:pt x="187" y="290"/>
                    <a:pt x="210" y="158"/>
                  </a:cubicBezTo>
                  <a:lnTo>
                    <a:pt x="210" y="158"/>
                  </a:lnTo>
                  <a:cubicBezTo>
                    <a:pt x="244" y="151"/>
                    <a:pt x="278" y="143"/>
                    <a:pt x="313" y="135"/>
                  </a:cubicBezTo>
                  <a:cubicBezTo>
                    <a:pt x="396" y="119"/>
                    <a:pt x="367" y="0"/>
                    <a:pt x="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1149991" y="2617004"/>
              <a:ext cx="19124" cy="4707"/>
            </a:xfrm>
            <a:custGeom>
              <a:avLst/>
              <a:gdLst/>
              <a:ahLst/>
              <a:cxnLst/>
              <a:rect l="l" t="t" r="r" b="b"/>
              <a:pathLst>
                <a:path w="711" h="175" extrusionOk="0">
                  <a:moveTo>
                    <a:pt x="80" y="1"/>
                  </a:moveTo>
                  <a:cubicBezTo>
                    <a:pt x="50" y="1"/>
                    <a:pt x="20" y="19"/>
                    <a:pt x="11" y="52"/>
                  </a:cubicBezTo>
                  <a:cubicBezTo>
                    <a:pt x="0" y="83"/>
                    <a:pt x="21" y="129"/>
                    <a:pt x="60" y="136"/>
                  </a:cubicBezTo>
                  <a:cubicBezTo>
                    <a:pt x="185" y="162"/>
                    <a:pt x="314" y="175"/>
                    <a:pt x="442" y="175"/>
                  </a:cubicBezTo>
                  <a:cubicBezTo>
                    <a:pt x="508" y="175"/>
                    <a:pt x="574" y="171"/>
                    <a:pt x="640" y="164"/>
                  </a:cubicBezTo>
                  <a:cubicBezTo>
                    <a:pt x="679" y="161"/>
                    <a:pt x="710" y="136"/>
                    <a:pt x="710" y="94"/>
                  </a:cubicBezTo>
                  <a:cubicBezTo>
                    <a:pt x="710" y="60"/>
                    <a:pt x="681" y="23"/>
                    <a:pt x="645" y="23"/>
                  </a:cubicBezTo>
                  <a:cubicBezTo>
                    <a:pt x="643" y="23"/>
                    <a:pt x="642" y="23"/>
                    <a:pt x="640" y="24"/>
                  </a:cubicBezTo>
                  <a:cubicBezTo>
                    <a:pt x="571" y="31"/>
                    <a:pt x="503" y="35"/>
                    <a:pt x="435" y="35"/>
                  </a:cubicBezTo>
                  <a:cubicBezTo>
                    <a:pt x="321" y="35"/>
                    <a:pt x="207" y="24"/>
                    <a:pt x="95" y="2"/>
                  </a:cubicBezTo>
                  <a:cubicBezTo>
                    <a:pt x="90" y="1"/>
                    <a:pt x="85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1151040" y="2610011"/>
              <a:ext cx="16650" cy="4384"/>
            </a:xfrm>
            <a:custGeom>
              <a:avLst/>
              <a:gdLst/>
              <a:ahLst/>
              <a:cxnLst/>
              <a:rect l="l" t="t" r="r" b="b"/>
              <a:pathLst>
                <a:path w="619" h="163" extrusionOk="0">
                  <a:moveTo>
                    <a:pt x="540" y="1"/>
                  </a:moveTo>
                  <a:cubicBezTo>
                    <a:pt x="535" y="1"/>
                    <a:pt x="529" y="1"/>
                    <a:pt x="524" y="2"/>
                  </a:cubicBezTo>
                  <a:cubicBezTo>
                    <a:pt x="438" y="17"/>
                    <a:pt x="349" y="24"/>
                    <a:pt x="260" y="24"/>
                  </a:cubicBezTo>
                  <a:cubicBezTo>
                    <a:pt x="197" y="24"/>
                    <a:pt x="133" y="20"/>
                    <a:pt x="70" y="13"/>
                  </a:cubicBezTo>
                  <a:cubicBezTo>
                    <a:pt x="67" y="12"/>
                    <a:pt x="65" y="12"/>
                    <a:pt x="62" y="12"/>
                  </a:cubicBezTo>
                  <a:cubicBezTo>
                    <a:pt x="27" y="12"/>
                    <a:pt x="0" y="51"/>
                    <a:pt x="0" y="83"/>
                  </a:cubicBezTo>
                  <a:cubicBezTo>
                    <a:pt x="0" y="122"/>
                    <a:pt x="32" y="146"/>
                    <a:pt x="70" y="150"/>
                  </a:cubicBezTo>
                  <a:cubicBezTo>
                    <a:pt x="135" y="158"/>
                    <a:pt x="201" y="162"/>
                    <a:pt x="266" y="162"/>
                  </a:cubicBezTo>
                  <a:cubicBezTo>
                    <a:pt x="365" y="162"/>
                    <a:pt x="464" y="153"/>
                    <a:pt x="562" y="136"/>
                  </a:cubicBezTo>
                  <a:cubicBezTo>
                    <a:pt x="598" y="129"/>
                    <a:pt x="619" y="83"/>
                    <a:pt x="612" y="52"/>
                  </a:cubicBezTo>
                  <a:cubicBezTo>
                    <a:pt x="603" y="18"/>
                    <a:pt x="573" y="1"/>
                    <a:pt x="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1129952" y="2624617"/>
              <a:ext cx="14014" cy="6509"/>
            </a:xfrm>
            <a:custGeom>
              <a:avLst/>
              <a:gdLst/>
              <a:ahLst/>
              <a:cxnLst/>
              <a:rect l="l" t="t" r="r" b="b"/>
              <a:pathLst>
                <a:path w="521" h="242" extrusionOk="0">
                  <a:moveTo>
                    <a:pt x="443" y="0"/>
                  </a:moveTo>
                  <a:cubicBezTo>
                    <a:pt x="436" y="0"/>
                    <a:pt x="429" y="2"/>
                    <a:pt x="422" y="4"/>
                  </a:cubicBezTo>
                  <a:cubicBezTo>
                    <a:pt x="306" y="46"/>
                    <a:pt x="183" y="78"/>
                    <a:pt x="60" y="106"/>
                  </a:cubicBezTo>
                  <a:cubicBezTo>
                    <a:pt x="25" y="113"/>
                    <a:pt x="0" y="155"/>
                    <a:pt x="11" y="190"/>
                  </a:cubicBezTo>
                  <a:cubicBezTo>
                    <a:pt x="23" y="224"/>
                    <a:pt x="50" y="241"/>
                    <a:pt x="82" y="241"/>
                  </a:cubicBezTo>
                  <a:cubicBezTo>
                    <a:pt x="88" y="241"/>
                    <a:pt x="93" y="241"/>
                    <a:pt x="99" y="240"/>
                  </a:cubicBezTo>
                  <a:cubicBezTo>
                    <a:pt x="222" y="215"/>
                    <a:pt x="341" y="180"/>
                    <a:pt x="461" y="138"/>
                  </a:cubicBezTo>
                  <a:cubicBezTo>
                    <a:pt x="496" y="127"/>
                    <a:pt x="520" y="88"/>
                    <a:pt x="510" y="53"/>
                  </a:cubicBezTo>
                  <a:cubicBezTo>
                    <a:pt x="501" y="25"/>
                    <a:pt x="474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1116368" y="2582090"/>
              <a:ext cx="18801" cy="8957"/>
            </a:xfrm>
            <a:custGeom>
              <a:avLst/>
              <a:gdLst/>
              <a:ahLst/>
              <a:cxnLst/>
              <a:rect l="l" t="t" r="r" b="b"/>
              <a:pathLst>
                <a:path w="699" h="333" extrusionOk="0">
                  <a:moveTo>
                    <a:pt x="570" y="75"/>
                  </a:moveTo>
                  <a:cubicBezTo>
                    <a:pt x="570" y="75"/>
                    <a:pt x="568" y="76"/>
                    <a:pt x="563" y="80"/>
                  </a:cubicBezTo>
                  <a:lnTo>
                    <a:pt x="563" y="80"/>
                  </a:lnTo>
                  <a:cubicBezTo>
                    <a:pt x="564" y="79"/>
                    <a:pt x="564" y="78"/>
                    <a:pt x="565" y="77"/>
                  </a:cubicBezTo>
                  <a:cubicBezTo>
                    <a:pt x="568" y="76"/>
                    <a:pt x="570" y="75"/>
                    <a:pt x="570" y="75"/>
                  </a:cubicBezTo>
                  <a:close/>
                  <a:moveTo>
                    <a:pt x="563" y="0"/>
                  </a:moveTo>
                  <a:cubicBezTo>
                    <a:pt x="534" y="0"/>
                    <a:pt x="503" y="6"/>
                    <a:pt x="474" y="11"/>
                  </a:cubicBezTo>
                  <a:cubicBezTo>
                    <a:pt x="431" y="18"/>
                    <a:pt x="386" y="28"/>
                    <a:pt x="344" y="39"/>
                  </a:cubicBezTo>
                  <a:cubicBezTo>
                    <a:pt x="242" y="70"/>
                    <a:pt x="147" y="112"/>
                    <a:pt x="55" y="169"/>
                  </a:cubicBezTo>
                  <a:cubicBezTo>
                    <a:pt x="0" y="203"/>
                    <a:pt x="26" y="281"/>
                    <a:pt x="74" y="297"/>
                  </a:cubicBezTo>
                  <a:lnTo>
                    <a:pt x="74" y="297"/>
                  </a:lnTo>
                  <a:cubicBezTo>
                    <a:pt x="80" y="300"/>
                    <a:pt x="87" y="303"/>
                    <a:pt x="94" y="306"/>
                  </a:cubicBezTo>
                  <a:cubicBezTo>
                    <a:pt x="144" y="324"/>
                    <a:pt x="196" y="333"/>
                    <a:pt x="248" y="333"/>
                  </a:cubicBezTo>
                  <a:cubicBezTo>
                    <a:pt x="372" y="333"/>
                    <a:pt x="497" y="286"/>
                    <a:pt x="604" y="221"/>
                  </a:cubicBezTo>
                  <a:cubicBezTo>
                    <a:pt x="646" y="193"/>
                    <a:pt x="695" y="165"/>
                    <a:pt x="699" y="109"/>
                  </a:cubicBezTo>
                  <a:cubicBezTo>
                    <a:pt x="699" y="56"/>
                    <a:pt x="656" y="21"/>
                    <a:pt x="611" y="7"/>
                  </a:cubicBezTo>
                  <a:cubicBezTo>
                    <a:pt x="596" y="2"/>
                    <a:pt x="579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1179472" y="2575661"/>
              <a:ext cx="14982" cy="19877"/>
            </a:xfrm>
            <a:custGeom>
              <a:avLst/>
              <a:gdLst/>
              <a:ahLst/>
              <a:cxnLst/>
              <a:rect l="l" t="t" r="r" b="b"/>
              <a:pathLst>
                <a:path w="557" h="739" extrusionOk="0">
                  <a:moveTo>
                    <a:pt x="303" y="0"/>
                  </a:moveTo>
                  <a:lnTo>
                    <a:pt x="1" y="738"/>
                  </a:lnTo>
                  <a:lnTo>
                    <a:pt x="556" y="738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7"/>
            <p:cNvSpPr/>
            <p:nvPr/>
          </p:nvSpPr>
          <p:spPr>
            <a:xfrm>
              <a:off x="1180333" y="2594356"/>
              <a:ext cx="15063" cy="4492"/>
            </a:xfrm>
            <a:custGeom>
              <a:avLst/>
              <a:gdLst/>
              <a:ahLst/>
              <a:cxnLst/>
              <a:rect l="l" t="t" r="r" b="b"/>
              <a:pathLst>
                <a:path w="560" h="167" extrusionOk="0">
                  <a:moveTo>
                    <a:pt x="498" y="0"/>
                  </a:moveTo>
                  <a:cubicBezTo>
                    <a:pt x="495" y="0"/>
                    <a:pt x="492" y="0"/>
                    <a:pt x="489" y="1"/>
                  </a:cubicBezTo>
                  <a:cubicBezTo>
                    <a:pt x="349" y="18"/>
                    <a:pt x="211" y="26"/>
                    <a:pt x="71" y="26"/>
                  </a:cubicBezTo>
                  <a:cubicBezTo>
                    <a:pt x="36" y="26"/>
                    <a:pt x="1" y="57"/>
                    <a:pt x="1" y="96"/>
                  </a:cubicBezTo>
                  <a:cubicBezTo>
                    <a:pt x="4" y="134"/>
                    <a:pt x="32" y="166"/>
                    <a:pt x="71" y="166"/>
                  </a:cubicBezTo>
                  <a:cubicBezTo>
                    <a:pt x="211" y="166"/>
                    <a:pt x="349" y="159"/>
                    <a:pt x="489" y="142"/>
                  </a:cubicBezTo>
                  <a:cubicBezTo>
                    <a:pt x="524" y="134"/>
                    <a:pt x="559" y="113"/>
                    <a:pt x="559" y="71"/>
                  </a:cubicBezTo>
                  <a:cubicBezTo>
                    <a:pt x="556" y="39"/>
                    <a:pt x="532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7"/>
            <p:cNvSpPr/>
            <p:nvPr/>
          </p:nvSpPr>
          <p:spPr>
            <a:xfrm>
              <a:off x="1184206" y="2575742"/>
              <a:ext cx="3819" cy="7989"/>
            </a:xfrm>
            <a:custGeom>
              <a:avLst/>
              <a:gdLst/>
              <a:ahLst/>
              <a:cxnLst/>
              <a:rect l="l" t="t" r="r" b="b"/>
              <a:pathLst>
                <a:path w="142" h="297" extrusionOk="0">
                  <a:moveTo>
                    <a:pt x="71" y="1"/>
                  </a:moveTo>
                  <a:cubicBezTo>
                    <a:pt x="32" y="1"/>
                    <a:pt x="1" y="29"/>
                    <a:pt x="1" y="71"/>
                  </a:cubicBezTo>
                  <a:lnTo>
                    <a:pt x="1" y="225"/>
                  </a:lnTo>
                  <a:cubicBezTo>
                    <a:pt x="1" y="247"/>
                    <a:pt x="8" y="264"/>
                    <a:pt x="22" y="278"/>
                  </a:cubicBezTo>
                  <a:cubicBezTo>
                    <a:pt x="31" y="287"/>
                    <a:pt x="48" y="296"/>
                    <a:pt x="64" y="296"/>
                  </a:cubicBezTo>
                  <a:cubicBezTo>
                    <a:pt x="66" y="296"/>
                    <a:pt x="69" y="296"/>
                    <a:pt x="71" y="296"/>
                  </a:cubicBezTo>
                  <a:cubicBezTo>
                    <a:pt x="110" y="296"/>
                    <a:pt x="141" y="268"/>
                    <a:pt x="141" y="229"/>
                  </a:cubicBezTo>
                  <a:lnTo>
                    <a:pt x="141" y="71"/>
                  </a:lnTo>
                  <a:cubicBezTo>
                    <a:pt x="141" y="53"/>
                    <a:pt x="134" y="32"/>
                    <a:pt x="120" y="22"/>
                  </a:cubicBezTo>
                  <a:cubicBezTo>
                    <a:pt x="110" y="8"/>
                    <a:pt x="8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7"/>
            <p:cNvSpPr/>
            <p:nvPr/>
          </p:nvSpPr>
          <p:spPr>
            <a:xfrm>
              <a:off x="1184556" y="2613588"/>
              <a:ext cx="4788" cy="21948"/>
            </a:xfrm>
            <a:custGeom>
              <a:avLst/>
              <a:gdLst/>
              <a:ahLst/>
              <a:cxnLst/>
              <a:rect l="l" t="t" r="r" b="b"/>
              <a:pathLst>
                <a:path w="178" h="816" extrusionOk="0">
                  <a:moveTo>
                    <a:pt x="81" y="1"/>
                  </a:moveTo>
                  <a:cubicBezTo>
                    <a:pt x="45" y="1"/>
                    <a:pt x="10" y="24"/>
                    <a:pt x="12" y="70"/>
                  </a:cubicBezTo>
                  <a:lnTo>
                    <a:pt x="19" y="407"/>
                  </a:lnTo>
                  <a:cubicBezTo>
                    <a:pt x="23" y="460"/>
                    <a:pt x="23" y="516"/>
                    <a:pt x="23" y="572"/>
                  </a:cubicBezTo>
                  <a:cubicBezTo>
                    <a:pt x="26" y="625"/>
                    <a:pt x="26" y="678"/>
                    <a:pt x="16" y="727"/>
                  </a:cubicBezTo>
                  <a:cubicBezTo>
                    <a:pt x="1" y="780"/>
                    <a:pt x="45" y="815"/>
                    <a:pt x="87" y="815"/>
                  </a:cubicBezTo>
                  <a:cubicBezTo>
                    <a:pt x="115" y="815"/>
                    <a:pt x="141" y="800"/>
                    <a:pt x="149" y="766"/>
                  </a:cubicBezTo>
                  <a:cubicBezTo>
                    <a:pt x="177" y="653"/>
                    <a:pt x="163" y="534"/>
                    <a:pt x="160" y="418"/>
                  </a:cubicBezTo>
                  <a:cubicBezTo>
                    <a:pt x="160" y="302"/>
                    <a:pt x="156" y="186"/>
                    <a:pt x="153" y="66"/>
                  </a:cubicBezTo>
                  <a:cubicBezTo>
                    <a:pt x="151" y="23"/>
                    <a:pt x="116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5" name="Google Shape;395;p7"/>
          <p:cNvGrpSpPr/>
          <p:nvPr/>
        </p:nvGrpSpPr>
        <p:grpSpPr>
          <a:xfrm>
            <a:off x="8668159" y="4338322"/>
            <a:ext cx="225985" cy="540514"/>
            <a:chOff x="5273600" y="602550"/>
            <a:chExt cx="155050" cy="370850"/>
          </a:xfrm>
        </p:grpSpPr>
        <p:sp>
          <p:nvSpPr>
            <p:cNvPr id="396" name="Google Shape;396;p7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7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7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7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7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7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7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7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7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7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7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7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7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7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7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7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" name="Google Shape;414;p7"/>
          <p:cNvGrpSpPr/>
          <p:nvPr/>
        </p:nvGrpSpPr>
        <p:grpSpPr>
          <a:xfrm rot="5400000">
            <a:off x="1098606" y="-73208"/>
            <a:ext cx="27510" cy="798273"/>
            <a:chOff x="6054850" y="1271775"/>
            <a:chExt cx="18875" cy="547700"/>
          </a:xfrm>
        </p:grpSpPr>
        <p:sp>
          <p:nvSpPr>
            <p:cNvPr id="415" name="Google Shape;415;p7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7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7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7"/>
          <p:cNvGrpSpPr/>
          <p:nvPr/>
        </p:nvGrpSpPr>
        <p:grpSpPr>
          <a:xfrm>
            <a:off x="400386" y="740931"/>
            <a:ext cx="137078" cy="137078"/>
            <a:chOff x="2495900" y="1640275"/>
            <a:chExt cx="94050" cy="94050"/>
          </a:xfrm>
        </p:grpSpPr>
        <p:sp>
          <p:nvSpPr>
            <p:cNvPr id="421" name="Google Shape;421;p7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7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3" name="Google Shape;423;p7"/>
          <p:cNvGrpSpPr/>
          <p:nvPr/>
        </p:nvGrpSpPr>
        <p:grpSpPr>
          <a:xfrm>
            <a:off x="7962812" y="4787720"/>
            <a:ext cx="467956" cy="175478"/>
            <a:chOff x="2665615" y="3966103"/>
            <a:chExt cx="345380" cy="129514"/>
          </a:xfrm>
        </p:grpSpPr>
        <p:sp>
          <p:nvSpPr>
            <p:cNvPr id="424" name="Google Shape;424;p7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7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7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7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7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7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"/>
          <p:cNvSpPr txBox="1">
            <a:spLocks noGrp="1"/>
          </p:cNvSpPr>
          <p:nvPr>
            <p:ph type="title"/>
          </p:nvPr>
        </p:nvSpPr>
        <p:spPr>
          <a:xfrm>
            <a:off x="1695150" y="833975"/>
            <a:ext cx="5753700" cy="3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9"/>
          <p:cNvSpPr txBox="1">
            <a:spLocks noGrp="1"/>
          </p:cNvSpPr>
          <p:nvPr>
            <p:ph type="body" idx="1"/>
          </p:nvPr>
        </p:nvSpPr>
        <p:spPr>
          <a:xfrm>
            <a:off x="720000" y="1821631"/>
            <a:ext cx="4223100" cy="26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4" name="Google Shape;434;p9"/>
          <p:cNvSpPr txBox="1">
            <a:spLocks noGrp="1"/>
          </p:cNvSpPr>
          <p:nvPr>
            <p:ph type="title"/>
          </p:nvPr>
        </p:nvSpPr>
        <p:spPr>
          <a:xfrm>
            <a:off x="713225" y="665669"/>
            <a:ext cx="4223100" cy="10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endParaRPr/>
          </a:p>
        </p:txBody>
      </p:sp>
      <p:grpSp>
        <p:nvGrpSpPr>
          <p:cNvPr id="435" name="Google Shape;435;p9"/>
          <p:cNvGrpSpPr/>
          <p:nvPr/>
        </p:nvGrpSpPr>
        <p:grpSpPr>
          <a:xfrm>
            <a:off x="7957662" y="4519793"/>
            <a:ext cx="1149296" cy="537488"/>
            <a:chOff x="421595" y="3045210"/>
            <a:chExt cx="695069" cy="325041"/>
          </a:xfrm>
        </p:grpSpPr>
        <p:sp>
          <p:nvSpPr>
            <p:cNvPr id="436" name="Google Shape;436;p9"/>
            <p:cNvSpPr/>
            <p:nvPr/>
          </p:nvSpPr>
          <p:spPr>
            <a:xfrm>
              <a:off x="698112" y="3329473"/>
              <a:ext cx="350770" cy="40777"/>
            </a:xfrm>
            <a:custGeom>
              <a:avLst/>
              <a:gdLst/>
              <a:ahLst/>
              <a:cxnLst/>
              <a:rect l="l" t="t" r="r" b="b"/>
              <a:pathLst>
                <a:path w="13041" h="1516" extrusionOk="0">
                  <a:moveTo>
                    <a:pt x="13040" y="1"/>
                  </a:moveTo>
                  <a:lnTo>
                    <a:pt x="1" y="648"/>
                  </a:lnTo>
                  <a:lnTo>
                    <a:pt x="1" y="1516"/>
                  </a:lnTo>
                  <a:lnTo>
                    <a:pt x="13040" y="869"/>
                  </a:lnTo>
                  <a:lnTo>
                    <a:pt x="130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421595" y="3349916"/>
              <a:ext cx="276533" cy="20335"/>
            </a:xfrm>
            <a:custGeom>
              <a:avLst/>
              <a:gdLst/>
              <a:ahLst/>
              <a:cxnLst/>
              <a:rect l="l" t="t" r="r" b="b"/>
              <a:pathLst>
                <a:path w="10281" h="756" extrusionOk="0">
                  <a:moveTo>
                    <a:pt x="0" y="0"/>
                  </a:moveTo>
                  <a:lnTo>
                    <a:pt x="0" y="756"/>
                  </a:lnTo>
                  <a:lnTo>
                    <a:pt x="10281" y="756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697251" y="3045210"/>
              <a:ext cx="419413" cy="305179"/>
            </a:xfrm>
            <a:custGeom>
              <a:avLst/>
              <a:gdLst/>
              <a:ahLst/>
              <a:cxnLst/>
              <a:rect l="l" t="t" r="r" b="b"/>
              <a:pathLst>
                <a:path w="15593" h="11346" extrusionOk="0">
                  <a:moveTo>
                    <a:pt x="15592" y="0"/>
                  </a:moveTo>
                  <a:lnTo>
                    <a:pt x="2503" y="773"/>
                  </a:lnTo>
                  <a:lnTo>
                    <a:pt x="1" y="11346"/>
                  </a:lnTo>
                  <a:lnTo>
                    <a:pt x="13090" y="10572"/>
                  </a:lnTo>
                  <a:lnTo>
                    <a:pt x="155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891728" y="3174161"/>
              <a:ext cx="67432" cy="67432"/>
            </a:xfrm>
            <a:custGeom>
              <a:avLst/>
              <a:gdLst/>
              <a:ahLst/>
              <a:cxnLst/>
              <a:rect l="l" t="t" r="r" b="b"/>
              <a:pathLst>
                <a:path w="2507" h="2507" extrusionOk="0">
                  <a:moveTo>
                    <a:pt x="1252" y="0"/>
                  </a:moveTo>
                  <a:cubicBezTo>
                    <a:pt x="559" y="0"/>
                    <a:pt x="1" y="559"/>
                    <a:pt x="1" y="1255"/>
                  </a:cubicBezTo>
                  <a:cubicBezTo>
                    <a:pt x="1" y="1947"/>
                    <a:pt x="559" y="2506"/>
                    <a:pt x="1252" y="2506"/>
                  </a:cubicBezTo>
                  <a:cubicBezTo>
                    <a:pt x="1944" y="2506"/>
                    <a:pt x="2507" y="1947"/>
                    <a:pt x="2507" y="1255"/>
                  </a:cubicBezTo>
                  <a:cubicBezTo>
                    <a:pt x="2507" y="559"/>
                    <a:pt x="1944" y="0"/>
                    <a:pt x="12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" name="Google Shape;440;p9"/>
          <p:cNvGrpSpPr/>
          <p:nvPr/>
        </p:nvGrpSpPr>
        <p:grpSpPr>
          <a:xfrm>
            <a:off x="8265280" y="142552"/>
            <a:ext cx="730246" cy="793885"/>
            <a:chOff x="1897202" y="4415836"/>
            <a:chExt cx="435786" cy="473763"/>
          </a:xfrm>
        </p:grpSpPr>
        <p:sp>
          <p:nvSpPr>
            <p:cNvPr id="441" name="Google Shape;441;p9"/>
            <p:cNvSpPr/>
            <p:nvPr/>
          </p:nvSpPr>
          <p:spPr>
            <a:xfrm>
              <a:off x="1970959" y="4423407"/>
              <a:ext cx="362029" cy="431953"/>
            </a:xfrm>
            <a:custGeom>
              <a:avLst/>
              <a:gdLst/>
              <a:ahLst/>
              <a:cxnLst/>
              <a:rect l="l" t="t" r="r" b="b"/>
              <a:pathLst>
                <a:path w="11525" h="13751" extrusionOk="0">
                  <a:moveTo>
                    <a:pt x="6615" y="0"/>
                  </a:moveTo>
                  <a:cubicBezTo>
                    <a:pt x="6488" y="0"/>
                    <a:pt x="6358" y="24"/>
                    <a:pt x="6232" y="72"/>
                  </a:cubicBezTo>
                  <a:lnTo>
                    <a:pt x="816" y="2181"/>
                  </a:lnTo>
                  <a:cubicBezTo>
                    <a:pt x="271" y="2395"/>
                    <a:pt x="0" y="3010"/>
                    <a:pt x="211" y="3559"/>
                  </a:cubicBezTo>
                  <a:lnTo>
                    <a:pt x="3916" y="13073"/>
                  </a:lnTo>
                  <a:cubicBezTo>
                    <a:pt x="4080" y="13494"/>
                    <a:pt x="4481" y="13751"/>
                    <a:pt x="4906" y="13751"/>
                  </a:cubicBezTo>
                  <a:cubicBezTo>
                    <a:pt x="5035" y="13751"/>
                    <a:pt x="5166" y="13727"/>
                    <a:pt x="5293" y="13677"/>
                  </a:cubicBezTo>
                  <a:lnTo>
                    <a:pt x="10706" y="11572"/>
                  </a:lnTo>
                  <a:cubicBezTo>
                    <a:pt x="11254" y="11358"/>
                    <a:pt x="11525" y="10743"/>
                    <a:pt x="11314" y="10194"/>
                  </a:cubicBezTo>
                  <a:lnTo>
                    <a:pt x="7609" y="680"/>
                  </a:lnTo>
                  <a:cubicBezTo>
                    <a:pt x="7444" y="258"/>
                    <a:pt x="7042" y="0"/>
                    <a:pt x="6615" y="0"/>
                  </a:cubicBez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1902731" y="4492671"/>
              <a:ext cx="232421" cy="396928"/>
            </a:xfrm>
            <a:custGeom>
              <a:avLst/>
              <a:gdLst/>
              <a:ahLst/>
              <a:cxnLst/>
              <a:rect l="l" t="t" r="r" b="b"/>
              <a:pathLst>
                <a:path w="7399" h="12636" extrusionOk="0">
                  <a:moveTo>
                    <a:pt x="2924" y="0"/>
                  </a:moveTo>
                  <a:lnTo>
                    <a:pt x="0" y="1139"/>
                  </a:lnTo>
                  <a:lnTo>
                    <a:pt x="4474" y="12636"/>
                  </a:lnTo>
                  <a:lnTo>
                    <a:pt x="7399" y="11501"/>
                  </a:lnTo>
                  <a:lnTo>
                    <a:pt x="2924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1946645" y="4415836"/>
              <a:ext cx="362186" cy="431985"/>
            </a:xfrm>
            <a:custGeom>
              <a:avLst/>
              <a:gdLst/>
              <a:ahLst/>
              <a:cxnLst/>
              <a:rect l="l" t="t" r="r" b="b"/>
              <a:pathLst>
                <a:path w="11530" h="13752" extrusionOk="0">
                  <a:moveTo>
                    <a:pt x="6622" y="1"/>
                  </a:moveTo>
                  <a:cubicBezTo>
                    <a:pt x="6493" y="1"/>
                    <a:pt x="6363" y="24"/>
                    <a:pt x="6236" y="74"/>
                  </a:cubicBezTo>
                  <a:lnTo>
                    <a:pt x="820" y="2183"/>
                  </a:lnTo>
                  <a:cubicBezTo>
                    <a:pt x="275" y="2394"/>
                    <a:pt x="1" y="3012"/>
                    <a:pt x="215" y="3557"/>
                  </a:cubicBezTo>
                  <a:lnTo>
                    <a:pt x="3920" y="13071"/>
                  </a:lnTo>
                  <a:cubicBezTo>
                    <a:pt x="4082" y="13493"/>
                    <a:pt x="4486" y="13751"/>
                    <a:pt x="4914" y="13751"/>
                  </a:cubicBezTo>
                  <a:cubicBezTo>
                    <a:pt x="5041" y="13751"/>
                    <a:pt x="5171" y="13728"/>
                    <a:pt x="5298" y="13679"/>
                  </a:cubicBezTo>
                  <a:lnTo>
                    <a:pt x="10710" y="11571"/>
                  </a:lnTo>
                  <a:cubicBezTo>
                    <a:pt x="11258" y="11356"/>
                    <a:pt x="11529" y="10741"/>
                    <a:pt x="11315" y="10193"/>
                  </a:cubicBezTo>
                  <a:lnTo>
                    <a:pt x="7610" y="679"/>
                  </a:lnTo>
                  <a:cubicBezTo>
                    <a:pt x="7448" y="258"/>
                    <a:pt x="7046" y="1"/>
                    <a:pt x="6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1897202" y="4485038"/>
              <a:ext cx="213982" cy="389766"/>
            </a:xfrm>
            <a:custGeom>
              <a:avLst/>
              <a:gdLst/>
              <a:ahLst/>
              <a:cxnLst/>
              <a:rect l="l" t="t" r="r" b="b"/>
              <a:pathLst>
                <a:path w="6812" h="12408" extrusionOk="0">
                  <a:moveTo>
                    <a:pt x="2338" y="1"/>
                  </a:moveTo>
                  <a:lnTo>
                    <a:pt x="0" y="908"/>
                  </a:lnTo>
                  <a:lnTo>
                    <a:pt x="4475" y="12408"/>
                  </a:lnTo>
                  <a:lnTo>
                    <a:pt x="6812" y="11498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2026716" y="4480200"/>
              <a:ext cx="173146" cy="139471"/>
            </a:xfrm>
            <a:custGeom>
              <a:avLst/>
              <a:gdLst/>
              <a:ahLst/>
              <a:cxnLst/>
              <a:rect l="l" t="t" r="r" b="b"/>
              <a:pathLst>
                <a:path w="5512" h="4440" extrusionOk="0">
                  <a:moveTo>
                    <a:pt x="4460" y="0"/>
                  </a:moveTo>
                  <a:lnTo>
                    <a:pt x="0" y="1737"/>
                  </a:lnTo>
                  <a:lnTo>
                    <a:pt x="1055" y="4439"/>
                  </a:lnTo>
                  <a:lnTo>
                    <a:pt x="5511" y="2703"/>
                  </a:lnTo>
                  <a:lnTo>
                    <a:pt x="44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2047134" y="4500524"/>
              <a:ext cx="115724" cy="53998"/>
            </a:xfrm>
            <a:custGeom>
              <a:avLst/>
              <a:gdLst/>
              <a:ahLst/>
              <a:cxnLst/>
              <a:rect l="l" t="t" r="r" b="b"/>
              <a:pathLst>
                <a:path w="3684" h="1719" extrusionOk="0">
                  <a:moveTo>
                    <a:pt x="3554" y="0"/>
                  </a:moveTo>
                  <a:lnTo>
                    <a:pt x="0" y="1385"/>
                  </a:lnTo>
                  <a:lnTo>
                    <a:pt x="130" y="1719"/>
                  </a:lnTo>
                  <a:lnTo>
                    <a:pt x="3684" y="337"/>
                  </a:lnTo>
                  <a:lnTo>
                    <a:pt x="3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2055396" y="4522921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1" y="1"/>
                  </a:moveTo>
                  <a:lnTo>
                    <a:pt x="1" y="1385"/>
                  </a:lnTo>
                  <a:lnTo>
                    <a:pt x="131" y="1719"/>
                  </a:lnTo>
                  <a:lnTo>
                    <a:pt x="3684" y="338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2064568" y="4545319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4" y="1"/>
                  </a:moveTo>
                  <a:lnTo>
                    <a:pt x="1" y="1382"/>
                  </a:lnTo>
                  <a:lnTo>
                    <a:pt x="131" y="1720"/>
                  </a:lnTo>
                  <a:lnTo>
                    <a:pt x="3684" y="338"/>
                  </a:lnTo>
                  <a:lnTo>
                    <a:pt x="3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9" name="Google Shape;449;p9"/>
          <p:cNvGrpSpPr/>
          <p:nvPr/>
        </p:nvGrpSpPr>
        <p:grpSpPr>
          <a:xfrm rot="-4520255">
            <a:off x="8461920" y="3691428"/>
            <a:ext cx="808154" cy="594440"/>
            <a:chOff x="4628174" y="3985391"/>
            <a:chExt cx="443545" cy="326250"/>
          </a:xfrm>
        </p:grpSpPr>
        <p:sp>
          <p:nvSpPr>
            <p:cNvPr id="450" name="Google Shape;450;p9"/>
            <p:cNvSpPr/>
            <p:nvPr/>
          </p:nvSpPr>
          <p:spPr>
            <a:xfrm>
              <a:off x="4903630" y="4136265"/>
              <a:ext cx="142142" cy="103724"/>
            </a:xfrm>
            <a:custGeom>
              <a:avLst/>
              <a:gdLst/>
              <a:ahLst/>
              <a:cxnLst/>
              <a:rect l="l" t="t" r="r" b="b"/>
              <a:pathLst>
                <a:path w="4525" h="3302" extrusionOk="0">
                  <a:moveTo>
                    <a:pt x="214" y="1"/>
                  </a:moveTo>
                  <a:cubicBezTo>
                    <a:pt x="154" y="1"/>
                    <a:pt x="97" y="27"/>
                    <a:pt x="61" y="78"/>
                  </a:cubicBezTo>
                  <a:cubicBezTo>
                    <a:pt x="1" y="159"/>
                    <a:pt x="22" y="279"/>
                    <a:pt x="110" y="342"/>
                  </a:cubicBezTo>
                  <a:lnTo>
                    <a:pt x="4197" y="3266"/>
                  </a:lnTo>
                  <a:cubicBezTo>
                    <a:pt x="4232" y="3290"/>
                    <a:pt x="4272" y="3301"/>
                    <a:pt x="4311" y="3301"/>
                  </a:cubicBezTo>
                  <a:cubicBezTo>
                    <a:pt x="4371" y="3301"/>
                    <a:pt x="4428" y="3275"/>
                    <a:pt x="4464" y="3224"/>
                  </a:cubicBezTo>
                  <a:cubicBezTo>
                    <a:pt x="4524" y="3140"/>
                    <a:pt x="4503" y="3024"/>
                    <a:pt x="4415" y="2960"/>
                  </a:cubicBezTo>
                  <a:lnTo>
                    <a:pt x="328" y="36"/>
                  </a:lnTo>
                  <a:cubicBezTo>
                    <a:pt x="293" y="12"/>
                    <a:pt x="253" y="1"/>
                    <a:pt x="2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4993627" y="4238670"/>
              <a:ext cx="78091" cy="72971"/>
            </a:xfrm>
            <a:custGeom>
              <a:avLst/>
              <a:gdLst/>
              <a:ahLst/>
              <a:cxnLst/>
              <a:rect l="l" t="t" r="r" b="b"/>
              <a:pathLst>
                <a:path w="2486" h="2323" extrusionOk="0">
                  <a:moveTo>
                    <a:pt x="971" y="0"/>
                  </a:moveTo>
                  <a:cubicBezTo>
                    <a:pt x="877" y="0"/>
                    <a:pt x="783" y="43"/>
                    <a:pt x="724" y="126"/>
                  </a:cubicBezTo>
                  <a:lnTo>
                    <a:pt x="95" y="1008"/>
                  </a:lnTo>
                  <a:cubicBezTo>
                    <a:pt x="0" y="1145"/>
                    <a:pt x="32" y="1335"/>
                    <a:pt x="169" y="1433"/>
                  </a:cubicBezTo>
                  <a:lnTo>
                    <a:pt x="1332" y="2263"/>
                  </a:lnTo>
                  <a:cubicBezTo>
                    <a:pt x="1387" y="2303"/>
                    <a:pt x="1450" y="2323"/>
                    <a:pt x="1513" y="2323"/>
                  </a:cubicBezTo>
                  <a:cubicBezTo>
                    <a:pt x="1608" y="2323"/>
                    <a:pt x="1701" y="2278"/>
                    <a:pt x="1758" y="2196"/>
                  </a:cubicBezTo>
                  <a:lnTo>
                    <a:pt x="2387" y="1314"/>
                  </a:lnTo>
                  <a:cubicBezTo>
                    <a:pt x="2485" y="1180"/>
                    <a:pt x="2454" y="987"/>
                    <a:pt x="2316" y="888"/>
                  </a:cubicBezTo>
                  <a:lnTo>
                    <a:pt x="1153" y="59"/>
                  </a:lnTo>
                  <a:cubicBezTo>
                    <a:pt x="1098" y="20"/>
                    <a:pt x="1034" y="0"/>
                    <a:pt x="9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4694642" y="4020573"/>
              <a:ext cx="349024" cy="274828"/>
            </a:xfrm>
            <a:custGeom>
              <a:avLst/>
              <a:gdLst/>
              <a:ahLst/>
              <a:cxnLst/>
              <a:rect l="l" t="t" r="r" b="b"/>
              <a:pathLst>
                <a:path w="11111" h="8749" extrusionOk="0">
                  <a:moveTo>
                    <a:pt x="1185" y="1"/>
                  </a:moveTo>
                  <a:lnTo>
                    <a:pt x="1" y="1653"/>
                  </a:lnTo>
                  <a:lnTo>
                    <a:pt x="9926" y="8749"/>
                  </a:lnTo>
                  <a:lnTo>
                    <a:pt x="11110" y="7097"/>
                  </a:lnTo>
                  <a:lnTo>
                    <a:pt x="11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4629838" y="3987118"/>
              <a:ext cx="102468" cy="85945"/>
            </a:xfrm>
            <a:custGeom>
              <a:avLst/>
              <a:gdLst/>
              <a:ahLst/>
              <a:cxnLst/>
              <a:rect l="l" t="t" r="r" b="b"/>
              <a:pathLst>
                <a:path w="3262" h="2736" extrusionOk="0">
                  <a:moveTo>
                    <a:pt x="0" y="1"/>
                  </a:moveTo>
                  <a:lnTo>
                    <a:pt x="2078" y="2735"/>
                  </a:lnTo>
                  <a:lnTo>
                    <a:pt x="3262" y="10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4983575" y="4226136"/>
              <a:ext cx="47935" cy="61537"/>
            </a:xfrm>
            <a:custGeom>
              <a:avLst/>
              <a:gdLst/>
              <a:ahLst/>
              <a:cxnLst/>
              <a:rect l="l" t="t" r="r" b="b"/>
              <a:pathLst>
                <a:path w="1526" h="1959" extrusionOk="0">
                  <a:moveTo>
                    <a:pt x="1273" y="1"/>
                  </a:moveTo>
                  <a:lnTo>
                    <a:pt x="0" y="1779"/>
                  </a:lnTo>
                  <a:lnTo>
                    <a:pt x="253" y="1959"/>
                  </a:lnTo>
                  <a:lnTo>
                    <a:pt x="1526" y="180"/>
                  </a:lnTo>
                  <a:lnTo>
                    <a:pt x="12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4628174" y="3985391"/>
              <a:ext cx="20010" cy="15329"/>
            </a:xfrm>
            <a:custGeom>
              <a:avLst/>
              <a:gdLst/>
              <a:ahLst/>
              <a:cxnLst/>
              <a:rect l="l" t="t" r="r" b="b"/>
              <a:pathLst>
                <a:path w="637" h="488" extrusionOk="0">
                  <a:moveTo>
                    <a:pt x="103" y="0"/>
                  </a:moveTo>
                  <a:cubicBezTo>
                    <a:pt x="74" y="0"/>
                    <a:pt x="46" y="13"/>
                    <a:pt x="29" y="38"/>
                  </a:cubicBezTo>
                  <a:cubicBezTo>
                    <a:pt x="1" y="77"/>
                    <a:pt x="11" y="136"/>
                    <a:pt x="53" y="165"/>
                  </a:cubicBezTo>
                  <a:lnTo>
                    <a:pt x="479" y="470"/>
                  </a:lnTo>
                  <a:cubicBezTo>
                    <a:pt x="496" y="482"/>
                    <a:pt x="515" y="487"/>
                    <a:pt x="534" y="487"/>
                  </a:cubicBezTo>
                  <a:cubicBezTo>
                    <a:pt x="562" y="487"/>
                    <a:pt x="590" y="475"/>
                    <a:pt x="609" y="449"/>
                  </a:cubicBezTo>
                  <a:cubicBezTo>
                    <a:pt x="637" y="411"/>
                    <a:pt x="626" y="354"/>
                    <a:pt x="584" y="323"/>
                  </a:cubicBezTo>
                  <a:lnTo>
                    <a:pt x="159" y="17"/>
                  </a:lnTo>
                  <a:cubicBezTo>
                    <a:pt x="142" y="6"/>
                    <a:pt x="122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" name="Google Shape;456;p9"/>
          <p:cNvGrpSpPr/>
          <p:nvPr/>
        </p:nvGrpSpPr>
        <p:grpSpPr>
          <a:xfrm>
            <a:off x="144598" y="4454812"/>
            <a:ext cx="730232" cy="622538"/>
            <a:chOff x="3163880" y="4192776"/>
            <a:chExt cx="466036" cy="397305"/>
          </a:xfrm>
        </p:grpSpPr>
        <p:sp>
          <p:nvSpPr>
            <p:cNvPr id="457" name="Google Shape;457;p9"/>
            <p:cNvSpPr/>
            <p:nvPr/>
          </p:nvSpPr>
          <p:spPr>
            <a:xfrm>
              <a:off x="3191366" y="4209707"/>
              <a:ext cx="391211" cy="348899"/>
            </a:xfrm>
            <a:custGeom>
              <a:avLst/>
              <a:gdLst/>
              <a:ahLst/>
              <a:cxnLst/>
              <a:rect l="l" t="t" r="r" b="b"/>
              <a:pathLst>
                <a:path w="12454" h="11107" extrusionOk="0">
                  <a:moveTo>
                    <a:pt x="1621" y="0"/>
                  </a:moveTo>
                  <a:lnTo>
                    <a:pt x="1" y="1912"/>
                  </a:lnTo>
                  <a:lnTo>
                    <a:pt x="10833" y="11107"/>
                  </a:lnTo>
                  <a:lnTo>
                    <a:pt x="12453" y="9198"/>
                  </a:lnTo>
                  <a:lnTo>
                    <a:pt x="16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3206821" y="4227801"/>
              <a:ext cx="360270" cy="312492"/>
            </a:xfrm>
            <a:custGeom>
              <a:avLst/>
              <a:gdLst/>
              <a:ahLst/>
              <a:cxnLst/>
              <a:rect l="l" t="t" r="r" b="b"/>
              <a:pathLst>
                <a:path w="11469" h="9948" extrusionOk="0">
                  <a:moveTo>
                    <a:pt x="637" y="1"/>
                  </a:moveTo>
                  <a:lnTo>
                    <a:pt x="1" y="749"/>
                  </a:lnTo>
                  <a:lnTo>
                    <a:pt x="10836" y="9947"/>
                  </a:lnTo>
                  <a:lnTo>
                    <a:pt x="11469" y="9199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3531186" y="4497854"/>
              <a:ext cx="98729" cy="92227"/>
            </a:xfrm>
            <a:custGeom>
              <a:avLst/>
              <a:gdLst/>
              <a:ahLst/>
              <a:cxnLst/>
              <a:rect l="l" t="t" r="r" b="b"/>
              <a:pathLst>
                <a:path w="3143" h="2936" extrusionOk="0">
                  <a:moveTo>
                    <a:pt x="1621" y="1"/>
                  </a:moveTo>
                  <a:lnTo>
                    <a:pt x="1" y="1909"/>
                  </a:lnTo>
                  <a:lnTo>
                    <a:pt x="3143" y="293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3594451" y="4556941"/>
              <a:ext cx="35465" cy="33140"/>
            </a:xfrm>
            <a:custGeom>
              <a:avLst/>
              <a:gdLst/>
              <a:ahLst/>
              <a:cxnLst/>
              <a:rect l="l" t="t" r="r" b="b"/>
              <a:pathLst>
                <a:path w="1129" h="1055" extrusionOk="0">
                  <a:moveTo>
                    <a:pt x="584" y="0"/>
                  </a:moveTo>
                  <a:lnTo>
                    <a:pt x="1" y="685"/>
                  </a:lnTo>
                  <a:lnTo>
                    <a:pt x="1129" y="1054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3163880" y="4192776"/>
              <a:ext cx="70678" cy="70050"/>
            </a:xfrm>
            <a:custGeom>
              <a:avLst/>
              <a:gdLst/>
              <a:ahLst/>
              <a:cxnLst/>
              <a:rect l="l" t="t" r="r" b="b"/>
              <a:pathLst>
                <a:path w="2250" h="2230" extrusionOk="0">
                  <a:moveTo>
                    <a:pt x="1391" y="0"/>
                  </a:moveTo>
                  <a:cubicBezTo>
                    <a:pt x="1036" y="0"/>
                    <a:pt x="688" y="146"/>
                    <a:pt x="447" y="434"/>
                  </a:cubicBezTo>
                  <a:cubicBezTo>
                    <a:pt x="0" y="961"/>
                    <a:pt x="78" y="1762"/>
                    <a:pt x="626" y="2230"/>
                  </a:cubicBezTo>
                  <a:lnTo>
                    <a:pt x="2250" y="318"/>
                  </a:lnTo>
                  <a:cubicBezTo>
                    <a:pt x="1998" y="105"/>
                    <a:pt x="1692" y="0"/>
                    <a:pt x="1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3178015" y="4197111"/>
              <a:ext cx="87798" cy="92541"/>
            </a:xfrm>
            <a:custGeom>
              <a:avLst/>
              <a:gdLst/>
              <a:ahLst/>
              <a:cxnLst/>
              <a:rect l="l" t="t" r="r" b="b"/>
              <a:pathLst>
                <a:path w="2795" h="2946" extrusionOk="0">
                  <a:moveTo>
                    <a:pt x="1747" y="1"/>
                  </a:moveTo>
                  <a:lnTo>
                    <a:pt x="0" y="2057"/>
                  </a:lnTo>
                  <a:lnTo>
                    <a:pt x="1051" y="2946"/>
                  </a:lnTo>
                  <a:lnTo>
                    <a:pt x="2794" y="890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9"/>
          <p:cNvGrpSpPr/>
          <p:nvPr/>
        </p:nvGrpSpPr>
        <p:grpSpPr>
          <a:xfrm>
            <a:off x="7878711" y="142556"/>
            <a:ext cx="137078" cy="137078"/>
            <a:chOff x="2495900" y="1640275"/>
            <a:chExt cx="94050" cy="94050"/>
          </a:xfrm>
        </p:grpSpPr>
        <p:sp>
          <p:nvSpPr>
            <p:cNvPr id="464" name="Google Shape;464;p9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>
            <a:off x="441174" y="4222243"/>
            <a:ext cx="137078" cy="137078"/>
            <a:chOff x="2495900" y="1640275"/>
            <a:chExt cx="94050" cy="94050"/>
          </a:xfrm>
        </p:grpSpPr>
        <p:sp>
          <p:nvSpPr>
            <p:cNvPr id="467" name="Google Shape;467;p9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9" name="Google Shape;469;p9"/>
          <p:cNvGrpSpPr/>
          <p:nvPr/>
        </p:nvGrpSpPr>
        <p:grpSpPr>
          <a:xfrm>
            <a:off x="8015811" y="4720006"/>
            <a:ext cx="137078" cy="137078"/>
            <a:chOff x="2495900" y="1640275"/>
            <a:chExt cx="94050" cy="94050"/>
          </a:xfrm>
        </p:grpSpPr>
        <p:sp>
          <p:nvSpPr>
            <p:cNvPr id="470" name="Google Shape;470;p9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9"/>
          <p:cNvGrpSpPr/>
          <p:nvPr/>
        </p:nvGrpSpPr>
        <p:grpSpPr>
          <a:xfrm rot="5400000">
            <a:off x="7699106" y="34446"/>
            <a:ext cx="27950" cy="798273"/>
            <a:chOff x="6054850" y="1271775"/>
            <a:chExt cx="18875" cy="547700"/>
          </a:xfrm>
        </p:grpSpPr>
        <p:sp>
          <p:nvSpPr>
            <p:cNvPr id="473" name="Google Shape;473;p9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8" name="Google Shape;478;p9"/>
          <p:cNvGrpSpPr/>
          <p:nvPr/>
        </p:nvGrpSpPr>
        <p:grpSpPr>
          <a:xfrm rot="-6192663">
            <a:off x="56325" y="3842777"/>
            <a:ext cx="434486" cy="162937"/>
            <a:chOff x="2665615" y="3966103"/>
            <a:chExt cx="345380" cy="129514"/>
          </a:xfrm>
        </p:grpSpPr>
        <p:sp>
          <p:nvSpPr>
            <p:cNvPr id="479" name="Google Shape;479;p9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"/>
          <p:cNvSpPr txBox="1">
            <a:spLocks noGrp="1"/>
          </p:cNvSpPr>
          <p:nvPr>
            <p:ph type="body" idx="1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consolata ExtraBold"/>
              <a:buNone/>
              <a:defRPr sz="4000">
                <a:solidFill>
                  <a:schemeClr val="lt1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1"/>
          <p:cNvSpPr txBox="1">
            <a:spLocks noGrp="1"/>
          </p:cNvSpPr>
          <p:nvPr>
            <p:ph type="title" hasCustomPrompt="1"/>
          </p:nvPr>
        </p:nvSpPr>
        <p:spPr>
          <a:xfrm>
            <a:off x="1766700" y="1533875"/>
            <a:ext cx="5610600" cy="13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89" name="Google Shape;489;p11"/>
          <p:cNvSpPr txBox="1">
            <a:spLocks noGrp="1"/>
          </p:cNvSpPr>
          <p:nvPr>
            <p:ph type="subTitle" idx="1"/>
          </p:nvPr>
        </p:nvSpPr>
        <p:spPr>
          <a:xfrm>
            <a:off x="1766700" y="2906122"/>
            <a:ext cx="5610600" cy="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3"/>
          <p:cNvSpPr txBox="1">
            <a:spLocks noGrp="1"/>
          </p:cNvSpPr>
          <p:nvPr>
            <p:ph type="subTitle" idx="1"/>
          </p:nvPr>
        </p:nvSpPr>
        <p:spPr>
          <a:xfrm>
            <a:off x="2179024" y="1370576"/>
            <a:ext cx="224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3" name="Google Shape;493;p13"/>
          <p:cNvSpPr txBox="1">
            <a:spLocks noGrp="1"/>
          </p:cNvSpPr>
          <p:nvPr>
            <p:ph type="subTitle" idx="2"/>
          </p:nvPr>
        </p:nvSpPr>
        <p:spPr>
          <a:xfrm>
            <a:off x="2179024" y="2468746"/>
            <a:ext cx="224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4" name="Google Shape;494;p13"/>
          <p:cNvSpPr txBox="1">
            <a:spLocks noGrp="1"/>
          </p:cNvSpPr>
          <p:nvPr>
            <p:ph type="subTitle" idx="3"/>
          </p:nvPr>
        </p:nvSpPr>
        <p:spPr>
          <a:xfrm>
            <a:off x="2179024" y="3452042"/>
            <a:ext cx="224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5" name="Google Shape;495;p13"/>
          <p:cNvSpPr txBox="1">
            <a:spLocks noGrp="1"/>
          </p:cNvSpPr>
          <p:nvPr>
            <p:ph type="subTitle" idx="4"/>
          </p:nvPr>
        </p:nvSpPr>
        <p:spPr>
          <a:xfrm>
            <a:off x="5927874" y="1370576"/>
            <a:ext cx="224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5"/>
          </p:nvPr>
        </p:nvSpPr>
        <p:spPr>
          <a:xfrm>
            <a:off x="5927874" y="2468746"/>
            <a:ext cx="224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6"/>
          </p:nvPr>
        </p:nvSpPr>
        <p:spPr>
          <a:xfrm>
            <a:off x="5927874" y="3452042"/>
            <a:ext cx="224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7"/>
          </p:nvPr>
        </p:nvSpPr>
        <p:spPr>
          <a:xfrm>
            <a:off x="2179024" y="1577189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8"/>
          </p:nvPr>
        </p:nvSpPr>
        <p:spPr>
          <a:xfrm>
            <a:off x="5927874" y="1577189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subTitle" idx="9"/>
          </p:nvPr>
        </p:nvSpPr>
        <p:spPr>
          <a:xfrm>
            <a:off x="2179024" y="2672853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1" name="Google Shape;501;p13"/>
          <p:cNvSpPr txBox="1">
            <a:spLocks noGrp="1"/>
          </p:cNvSpPr>
          <p:nvPr>
            <p:ph type="subTitle" idx="13"/>
          </p:nvPr>
        </p:nvSpPr>
        <p:spPr>
          <a:xfrm>
            <a:off x="5927874" y="2672853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hasCustomPrompt="1"/>
          </p:nvPr>
        </p:nvSpPr>
        <p:spPr>
          <a:xfrm>
            <a:off x="1094338" y="1561789"/>
            <a:ext cx="8229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14" hasCustomPrompt="1"/>
          </p:nvPr>
        </p:nvSpPr>
        <p:spPr>
          <a:xfrm>
            <a:off x="1094338" y="2596122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title" idx="15" hasCustomPrompt="1"/>
          </p:nvPr>
        </p:nvSpPr>
        <p:spPr>
          <a:xfrm>
            <a:off x="4791975" y="1562389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05" name="Google Shape;505;p13"/>
          <p:cNvSpPr txBox="1">
            <a:spLocks noGrp="1"/>
          </p:cNvSpPr>
          <p:nvPr>
            <p:ph type="title" idx="16" hasCustomPrompt="1"/>
          </p:nvPr>
        </p:nvSpPr>
        <p:spPr>
          <a:xfrm>
            <a:off x="4791975" y="2596122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7"/>
          </p:nvPr>
        </p:nvSpPr>
        <p:spPr>
          <a:xfrm>
            <a:off x="2179024" y="3656152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8"/>
          </p:nvPr>
        </p:nvSpPr>
        <p:spPr>
          <a:xfrm>
            <a:off x="5927874" y="3656152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8" name="Google Shape;508;p13"/>
          <p:cNvSpPr txBox="1">
            <a:spLocks noGrp="1"/>
          </p:cNvSpPr>
          <p:nvPr>
            <p:ph type="title" idx="19" hasCustomPrompt="1"/>
          </p:nvPr>
        </p:nvSpPr>
        <p:spPr>
          <a:xfrm>
            <a:off x="1094338" y="3647568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09" name="Google Shape;509;p13"/>
          <p:cNvSpPr txBox="1">
            <a:spLocks noGrp="1"/>
          </p:cNvSpPr>
          <p:nvPr>
            <p:ph type="title" idx="20" hasCustomPrompt="1"/>
          </p:nvPr>
        </p:nvSpPr>
        <p:spPr>
          <a:xfrm>
            <a:off x="4791975" y="3647568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510" name="Google Shape;510;p13"/>
          <p:cNvGrpSpPr/>
          <p:nvPr/>
        </p:nvGrpSpPr>
        <p:grpSpPr>
          <a:xfrm rot="10800000">
            <a:off x="8441031" y="812542"/>
            <a:ext cx="27510" cy="798273"/>
            <a:chOff x="6054850" y="1271775"/>
            <a:chExt cx="18875" cy="547700"/>
          </a:xfrm>
        </p:grpSpPr>
        <p:sp>
          <p:nvSpPr>
            <p:cNvPr id="511" name="Google Shape;511;p13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3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3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3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3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6" name="Google Shape;516;p13"/>
          <p:cNvGrpSpPr/>
          <p:nvPr/>
        </p:nvGrpSpPr>
        <p:grpSpPr>
          <a:xfrm>
            <a:off x="7783686" y="4806193"/>
            <a:ext cx="137078" cy="137078"/>
            <a:chOff x="2495900" y="1640275"/>
            <a:chExt cx="94050" cy="94050"/>
          </a:xfrm>
        </p:grpSpPr>
        <p:sp>
          <p:nvSpPr>
            <p:cNvPr id="517" name="Google Shape;517;p13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3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" name="Google Shape;519;p13"/>
          <p:cNvGrpSpPr/>
          <p:nvPr/>
        </p:nvGrpSpPr>
        <p:grpSpPr>
          <a:xfrm>
            <a:off x="135611" y="277143"/>
            <a:ext cx="137078" cy="137078"/>
            <a:chOff x="2495900" y="1640275"/>
            <a:chExt cx="94050" cy="94050"/>
          </a:xfrm>
        </p:grpSpPr>
        <p:sp>
          <p:nvSpPr>
            <p:cNvPr id="520" name="Google Shape;520;p13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3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2" name="Google Shape;522;p13"/>
          <p:cNvGrpSpPr/>
          <p:nvPr/>
        </p:nvGrpSpPr>
        <p:grpSpPr>
          <a:xfrm>
            <a:off x="579837" y="101670"/>
            <a:ext cx="467956" cy="175478"/>
            <a:chOff x="2665615" y="3966103"/>
            <a:chExt cx="345380" cy="129514"/>
          </a:xfrm>
        </p:grpSpPr>
        <p:sp>
          <p:nvSpPr>
            <p:cNvPr id="523" name="Google Shape;523;p13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3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3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3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9" name="Google Shape;529;p13"/>
          <p:cNvGrpSpPr/>
          <p:nvPr/>
        </p:nvGrpSpPr>
        <p:grpSpPr>
          <a:xfrm>
            <a:off x="8430772" y="4396305"/>
            <a:ext cx="344232" cy="424544"/>
            <a:chOff x="2700514" y="4184106"/>
            <a:chExt cx="254064" cy="313340"/>
          </a:xfrm>
        </p:grpSpPr>
        <p:sp>
          <p:nvSpPr>
            <p:cNvPr id="530" name="Google Shape;530;p13"/>
            <p:cNvSpPr/>
            <p:nvPr/>
          </p:nvSpPr>
          <p:spPr>
            <a:xfrm>
              <a:off x="2700514" y="4322101"/>
              <a:ext cx="131744" cy="175345"/>
            </a:xfrm>
            <a:custGeom>
              <a:avLst/>
              <a:gdLst/>
              <a:ahLst/>
              <a:cxnLst/>
              <a:rect l="l" t="t" r="r" b="b"/>
              <a:pathLst>
                <a:path w="4194" h="5582" extrusionOk="0">
                  <a:moveTo>
                    <a:pt x="3195" y="0"/>
                  </a:moveTo>
                  <a:lnTo>
                    <a:pt x="0" y="5582"/>
                  </a:lnTo>
                  <a:lnTo>
                    <a:pt x="4193" y="710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3"/>
            <p:cNvSpPr/>
            <p:nvPr/>
          </p:nvSpPr>
          <p:spPr>
            <a:xfrm>
              <a:off x="2817871" y="4184106"/>
              <a:ext cx="136707" cy="103316"/>
            </a:xfrm>
            <a:custGeom>
              <a:avLst/>
              <a:gdLst/>
              <a:ahLst/>
              <a:cxnLst/>
              <a:rect l="l" t="t" r="r" b="b"/>
              <a:pathLst>
                <a:path w="4352" h="3289" extrusionOk="0">
                  <a:moveTo>
                    <a:pt x="541" y="0"/>
                  </a:moveTo>
                  <a:cubicBezTo>
                    <a:pt x="392" y="0"/>
                    <a:pt x="246" y="70"/>
                    <a:pt x="151" y="200"/>
                  </a:cubicBezTo>
                  <a:cubicBezTo>
                    <a:pt x="0" y="415"/>
                    <a:pt x="50" y="713"/>
                    <a:pt x="264" y="865"/>
                  </a:cubicBezTo>
                  <a:lnTo>
                    <a:pt x="3533" y="3198"/>
                  </a:lnTo>
                  <a:cubicBezTo>
                    <a:pt x="3617" y="3259"/>
                    <a:pt x="3715" y="3288"/>
                    <a:pt x="3811" y="3288"/>
                  </a:cubicBezTo>
                  <a:cubicBezTo>
                    <a:pt x="3960" y="3288"/>
                    <a:pt x="4105" y="3219"/>
                    <a:pt x="4197" y="3089"/>
                  </a:cubicBezTo>
                  <a:cubicBezTo>
                    <a:pt x="4352" y="2875"/>
                    <a:pt x="4302" y="2576"/>
                    <a:pt x="4088" y="2422"/>
                  </a:cubicBezTo>
                  <a:lnTo>
                    <a:pt x="816" y="88"/>
                  </a:lnTo>
                  <a:cubicBezTo>
                    <a:pt x="732" y="29"/>
                    <a:pt x="636" y="0"/>
                    <a:pt x="5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3"/>
            <p:cNvSpPr/>
            <p:nvPr/>
          </p:nvSpPr>
          <p:spPr>
            <a:xfrm>
              <a:off x="2724576" y="4314719"/>
              <a:ext cx="136833" cy="103221"/>
            </a:xfrm>
            <a:custGeom>
              <a:avLst/>
              <a:gdLst/>
              <a:ahLst/>
              <a:cxnLst/>
              <a:rect l="l" t="t" r="r" b="b"/>
              <a:pathLst>
                <a:path w="4356" h="3286" extrusionOk="0">
                  <a:moveTo>
                    <a:pt x="543" y="0"/>
                  </a:moveTo>
                  <a:cubicBezTo>
                    <a:pt x="394" y="0"/>
                    <a:pt x="247" y="69"/>
                    <a:pt x="155" y="200"/>
                  </a:cubicBezTo>
                  <a:cubicBezTo>
                    <a:pt x="0" y="415"/>
                    <a:pt x="50" y="710"/>
                    <a:pt x="264" y="864"/>
                  </a:cubicBezTo>
                  <a:lnTo>
                    <a:pt x="3536" y="3198"/>
                  </a:lnTo>
                  <a:cubicBezTo>
                    <a:pt x="3620" y="3257"/>
                    <a:pt x="3717" y="3286"/>
                    <a:pt x="3812" y="3286"/>
                  </a:cubicBezTo>
                  <a:cubicBezTo>
                    <a:pt x="3961" y="3286"/>
                    <a:pt x="4108" y="3216"/>
                    <a:pt x="4200" y="3086"/>
                  </a:cubicBezTo>
                  <a:cubicBezTo>
                    <a:pt x="4355" y="2871"/>
                    <a:pt x="4306" y="2576"/>
                    <a:pt x="4088" y="2421"/>
                  </a:cubicBezTo>
                  <a:lnTo>
                    <a:pt x="819" y="88"/>
                  </a:lnTo>
                  <a:cubicBezTo>
                    <a:pt x="736" y="29"/>
                    <a:pt x="639" y="0"/>
                    <a:pt x="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3"/>
            <p:cNvSpPr/>
            <p:nvPr/>
          </p:nvSpPr>
          <p:spPr>
            <a:xfrm>
              <a:off x="2751402" y="4205718"/>
              <a:ext cx="176790" cy="190266"/>
            </a:xfrm>
            <a:custGeom>
              <a:avLst/>
              <a:gdLst/>
              <a:ahLst/>
              <a:cxnLst/>
              <a:rect l="l" t="t" r="r" b="b"/>
              <a:pathLst>
                <a:path w="5628" h="6057" extrusionOk="0">
                  <a:moveTo>
                    <a:pt x="2967" y="1"/>
                  </a:moveTo>
                  <a:lnTo>
                    <a:pt x="0" y="4155"/>
                  </a:lnTo>
                  <a:lnTo>
                    <a:pt x="2661" y="6057"/>
                  </a:lnTo>
                  <a:lnTo>
                    <a:pt x="5628" y="1899"/>
                  </a:lnTo>
                  <a:lnTo>
                    <a:pt x="29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13"/>
          <p:cNvGrpSpPr/>
          <p:nvPr/>
        </p:nvGrpSpPr>
        <p:grpSpPr>
          <a:xfrm>
            <a:off x="189914" y="565263"/>
            <a:ext cx="590446" cy="641902"/>
            <a:chOff x="1897202" y="4415836"/>
            <a:chExt cx="435786" cy="473763"/>
          </a:xfrm>
        </p:grpSpPr>
        <p:sp>
          <p:nvSpPr>
            <p:cNvPr id="535" name="Google Shape;535;p13"/>
            <p:cNvSpPr/>
            <p:nvPr/>
          </p:nvSpPr>
          <p:spPr>
            <a:xfrm>
              <a:off x="1970959" y="4423407"/>
              <a:ext cx="362029" cy="431953"/>
            </a:xfrm>
            <a:custGeom>
              <a:avLst/>
              <a:gdLst/>
              <a:ahLst/>
              <a:cxnLst/>
              <a:rect l="l" t="t" r="r" b="b"/>
              <a:pathLst>
                <a:path w="11525" h="13751" extrusionOk="0">
                  <a:moveTo>
                    <a:pt x="6615" y="0"/>
                  </a:moveTo>
                  <a:cubicBezTo>
                    <a:pt x="6488" y="0"/>
                    <a:pt x="6358" y="24"/>
                    <a:pt x="6232" y="72"/>
                  </a:cubicBezTo>
                  <a:lnTo>
                    <a:pt x="816" y="2181"/>
                  </a:lnTo>
                  <a:cubicBezTo>
                    <a:pt x="271" y="2395"/>
                    <a:pt x="0" y="3010"/>
                    <a:pt x="211" y="3559"/>
                  </a:cubicBezTo>
                  <a:lnTo>
                    <a:pt x="3916" y="13073"/>
                  </a:lnTo>
                  <a:cubicBezTo>
                    <a:pt x="4080" y="13494"/>
                    <a:pt x="4481" y="13751"/>
                    <a:pt x="4906" y="13751"/>
                  </a:cubicBezTo>
                  <a:cubicBezTo>
                    <a:pt x="5035" y="13751"/>
                    <a:pt x="5166" y="13727"/>
                    <a:pt x="5293" y="13677"/>
                  </a:cubicBezTo>
                  <a:lnTo>
                    <a:pt x="10706" y="11572"/>
                  </a:lnTo>
                  <a:cubicBezTo>
                    <a:pt x="11254" y="11358"/>
                    <a:pt x="11525" y="10743"/>
                    <a:pt x="11314" y="10194"/>
                  </a:cubicBezTo>
                  <a:lnTo>
                    <a:pt x="7609" y="680"/>
                  </a:lnTo>
                  <a:cubicBezTo>
                    <a:pt x="7444" y="258"/>
                    <a:pt x="7042" y="0"/>
                    <a:pt x="6615" y="0"/>
                  </a:cubicBez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1902731" y="4492671"/>
              <a:ext cx="232421" cy="396928"/>
            </a:xfrm>
            <a:custGeom>
              <a:avLst/>
              <a:gdLst/>
              <a:ahLst/>
              <a:cxnLst/>
              <a:rect l="l" t="t" r="r" b="b"/>
              <a:pathLst>
                <a:path w="7399" h="12636" extrusionOk="0">
                  <a:moveTo>
                    <a:pt x="2924" y="0"/>
                  </a:moveTo>
                  <a:lnTo>
                    <a:pt x="0" y="1139"/>
                  </a:lnTo>
                  <a:lnTo>
                    <a:pt x="4474" y="12636"/>
                  </a:lnTo>
                  <a:lnTo>
                    <a:pt x="7399" y="11501"/>
                  </a:lnTo>
                  <a:lnTo>
                    <a:pt x="2924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1946645" y="4415836"/>
              <a:ext cx="362186" cy="431985"/>
            </a:xfrm>
            <a:custGeom>
              <a:avLst/>
              <a:gdLst/>
              <a:ahLst/>
              <a:cxnLst/>
              <a:rect l="l" t="t" r="r" b="b"/>
              <a:pathLst>
                <a:path w="11530" h="13752" extrusionOk="0">
                  <a:moveTo>
                    <a:pt x="6622" y="1"/>
                  </a:moveTo>
                  <a:cubicBezTo>
                    <a:pt x="6493" y="1"/>
                    <a:pt x="6363" y="24"/>
                    <a:pt x="6236" y="74"/>
                  </a:cubicBezTo>
                  <a:lnTo>
                    <a:pt x="820" y="2183"/>
                  </a:lnTo>
                  <a:cubicBezTo>
                    <a:pt x="275" y="2394"/>
                    <a:pt x="1" y="3012"/>
                    <a:pt x="215" y="3557"/>
                  </a:cubicBezTo>
                  <a:lnTo>
                    <a:pt x="3920" y="13071"/>
                  </a:lnTo>
                  <a:cubicBezTo>
                    <a:pt x="4082" y="13493"/>
                    <a:pt x="4486" y="13751"/>
                    <a:pt x="4914" y="13751"/>
                  </a:cubicBezTo>
                  <a:cubicBezTo>
                    <a:pt x="5041" y="13751"/>
                    <a:pt x="5171" y="13728"/>
                    <a:pt x="5298" y="13679"/>
                  </a:cubicBezTo>
                  <a:lnTo>
                    <a:pt x="10710" y="11571"/>
                  </a:lnTo>
                  <a:cubicBezTo>
                    <a:pt x="11258" y="11356"/>
                    <a:pt x="11529" y="10741"/>
                    <a:pt x="11315" y="10193"/>
                  </a:cubicBezTo>
                  <a:lnTo>
                    <a:pt x="7610" y="679"/>
                  </a:lnTo>
                  <a:cubicBezTo>
                    <a:pt x="7448" y="258"/>
                    <a:pt x="7046" y="1"/>
                    <a:pt x="66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1897202" y="4485038"/>
              <a:ext cx="213982" cy="389766"/>
            </a:xfrm>
            <a:custGeom>
              <a:avLst/>
              <a:gdLst/>
              <a:ahLst/>
              <a:cxnLst/>
              <a:rect l="l" t="t" r="r" b="b"/>
              <a:pathLst>
                <a:path w="6812" h="12408" extrusionOk="0">
                  <a:moveTo>
                    <a:pt x="2338" y="1"/>
                  </a:moveTo>
                  <a:lnTo>
                    <a:pt x="0" y="908"/>
                  </a:lnTo>
                  <a:lnTo>
                    <a:pt x="4475" y="12408"/>
                  </a:lnTo>
                  <a:lnTo>
                    <a:pt x="6812" y="11498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2026716" y="4480200"/>
              <a:ext cx="173146" cy="139471"/>
            </a:xfrm>
            <a:custGeom>
              <a:avLst/>
              <a:gdLst/>
              <a:ahLst/>
              <a:cxnLst/>
              <a:rect l="l" t="t" r="r" b="b"/>
              <a:pathLst>
                <a:path w="5512" h="4440" extrusionOk="0">
                  <a:moveTo>
                    <a:pt x="4460" y="0"/>
                  </a:moveTo>
                  <a:lnTo>
                    <a:pt x="0" y="1737"/>
                  </a:lnTo>
                  <a:lnTo>
                    <a:pt x="1055" y="4439"/>
                  </a:lnTo>
                  <a:lnTo>
                    <a:pt x="5511" y="2703"/>
                  </a:lnTo>
                  <a:lnTo>
                    <a:pt x="44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2047134" y="4500524"/>
              <a:ext cx="115724" cy="53998"/>
            </a:xfrm>
            <a:custGeom>
              <a:avLst/>
              <a:gdLst/>
              <a:ahLst/>
              <a:cxnLst/>
              <a:rect l="l" t="t" r="r" b="b"/>
              <a:pathLst>
                <a:path w="3684" h="1719" extrusionOk="0">
                  <a:moveTo>
                    <a:pt x="3554" y="0"/>
                  </a:moveTo>
                  <a:lnTo>
                    <a:pt x="0" y="1385"/>
                  </a:lnTo>
                  <a:lnTo>
                    <a:pt x="130" y="1719"/>
                  </a:lnTo>
                  <a:lnTo>
                    <a:pt x="3684" y="337"/>
                  </a:lnTo>
                  <a:lnTo>
                    <a:pt x="3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2055396" y="4522921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1" y="1"/>
                  </a:moveTo>
                  <a:lnTo>
                    <a:pt x="1" y="1385"/>
                  </a:lnTo>
                  <a:lnTo>
                    <a:pt x="131" y="1719"/>
                  </a:lnTo>
                  <a:lnTo>
                    <a:pt x="3684" y="338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2064568" y="4545319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4" y="1"/>
                  </a:moveTo>
                  <a:lnTo>
                    <a:pt x="1" y="1382"/>
                  </a:lnTo>
                  <a:lnTo>
                    <a:pt x="131" y="1720"/>
                  </a:lnTo>
                  <a:lnTo>
                    <a:pt x="3684" y="338"/>
                  </a:lnTo>
                  <a:lnTo>
                    <a:pt x="3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13"/>
          <p:cNvGrpSpPr/>
          <p:nvPr/>
        </p:nvGrpSpPr>
        <p:grpSpPr>
          <a:xfrm>
            <a:off x="8478848" y="355589"/>
            <a:ext cx="631432" cy="538309"/>
            <a:chOff x="3163880" y="4192776"/>
            <a:chExt cx="466036" cy="397305"/>
          </a:xfrm>
        </p:grpSpPr>
        <p:sp>
          <p:nvSpPr>
            <p:cNvPr id="544" name="Google Shape;544;p13"/>
            <p:cNvSpPr/>
            <p:nvPr/>
          </p:nvSpPr>
          <p:spPr>
            <a:xfrm>
              <a:off x="3191366" y="4209707"/>
              <a:ext cx="391211" cy="348899"/>
            </a:xfrm>
            <a:custGeom>
              <a:avLst/>
              <a:gdLst/>
              <a:ahLst/>
              <a:cxnLst/>
              <a:rect l="l" t="t" r="r" b="b"/>
              <a:pathLst>
                <a:path w="12454" h="11107" extrusionOk="0">
                  <a:moveTo>
                    <a:pt x="1621" y="0"/>
                  </a:moveTo>
                  <a:lnTo>
                    <a:pt x="1" y="1912"/>
                  </a:lnTo>
                  <a:lnTo>
                    <a:pt x="10833" y="11107"/>
                  </a:lnTo>
                  <a:lnTo>
                    <a:pt x="12453" y="9198"/>
                  </a:lnTo>
                  <a:lnTo>
                    <a:pt x="16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3206821" y="4227801"/>
              <a:ext cx="360270" cy="312492"/>
            </a:xfrm>
            <a:custGeom>
              <a:avLst/>
              <a:gdLst/>
              <a:ahLst/>
              <a:cxnLst/>
              <a:rect l="l" t="t" r="r" b="b"/>
              <a:pathLst>
                <a:path w="11469" h="9948" extrusionOk="0">
                  <a:moveTo>
                    <a:pt x="637" y="1"/>
                  </a:moveTo>
                  <a:lnTo>
                    <a:pt x="1" y="749"/>
                  </a:lnTo>
                  <a:lnTo>
                    <a:pt x="10836" y="9947"/>
                  </a:lnTo>
                  <a:lnTo>
                    <a:pt x="11469" y="9199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3531186" y="4497854"/>
              <a:ext cx="98729" cy="92227"/>
            </a:xfrm>
            <a:custGeom>
              <a:avLst/>
              <a:gdLst/>
              <a:ahLst/>
              <a:cxnLst/>
              <a:rect l="l" t="t" r="r" b="b"/>
              <a:pathLst>
                <a:path w="3143" h="2936" extrusionOk="0">
                  <a:moveTo>
                    <a:pt x="1621" y="1"/>
                  </a:moveTo>
                  <a:lnTo>
                    <a:pt x="1" y="1909"/>
                  </a:lnTo>
                  <a:lnTo>
                    <a:pt x="3143" y="293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3594451" y="4556941"/>
              <a:ext cx="35465" cy="33140"/>
            </a:xfrm>
            <a:custGeom>
              <a:avLst/>
              <a:gdLst/>
              <a:ahLst/>
              <a:cxnLst/>
              <a:rect l="l" t="t" r="r" b="b"/>
              <a:pathLst>
                <a:path w="1129" h="1055" extrusionOk="0">
                  <a:moveTo>
                    <a:pt x="584" y="0"/>
                  </a:moveTo>
                  <a:lnTo>
                    <a:pt x="1" y="685"/>
                  </a:lnTo>
                  <a:lnTo>
                    <a:pt x="1129" y="1054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3163880" y="4192776"/>
              <a:ext cx="70678" cy="70050"/>
            </a:xfrm>
            <a:custGeom>
              <a:avLst/>
              <a:gdLst/>
              <a:ahLst/>
              <a:cxnLst/>
              <a:rect l="l" t="t" r="r" b="b"/>
              <a:pathLst>
                <a:path w="2250" h="2230" extrusionOk="0">
                  <a:moveTo>
                    <a:pt x="1391" y="0"/>
                  </a:moveTo>
                  <a:cubicBezTo>
                    <a:pt x="1036" y="0"/>
                    <a:pt x="688" y="146"/>
                    <a:pt x="447" y="434"/>
                  </a:cubicBezTo>
                  <a:cubicBezTo>
                    <a:pt x="0" y="961"/>
                    <a:pt x="78" y="1762"/>
                    <a:pt x="626" y="2230"/>
                  </a:cubicBezTo>
                  <a:lnTo>
                    <a:pt x="2250" y="318"/>
                  </a:lnTo>
                  <a:cubicBezTo>
                    <a:pt x="1998" y="105"/>
                    <a:pt x="1692" y="0"/>
                    <a:pt x="1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3178015" y="4197111"/>
              <a:ext cx="87798" cy="92541"/>
            </a:xfrm>
            <a:custGeom>
              <a:avLst/>
              <a:gdLst/>
              <a:ahLst/>
              <a:cxnLst/>
              <a:rect l="l" t="t" r="r" b="b"/>
              <a:pathLst>
                <a:path w="2795" h="2946" extrusionOk="0">
                  <a:moveTo>
                    <a:pt x="1747" y="1"/>
                  </a:moveTo>
                  <a:lnTo>
                    <a:pt x="0" y="2057"/>
                  </a:lnTo>
                  <a:lnTo>
                    <a:pt x="1051" y="2946"/>
                  </a:lnTo>
                  <a:lnTo>
                    <a:pt x="2794" y="890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0" name="Google Shape;550;p13"/>
          <p:cNvGrpSpPr/>
          <p:nvPr/>
        </p:nvGrpSpPr>
        <p:grpSpPr>
          <a:xfrm>
            <a:off x="8633241" y="1048793"/>
            <a:ext cx="218294" cy="325760"/>
            <a:chOff x="2010570" y="3984637"/>
            <a:chExt cx="161115" cy="240431"/>
          </a:xfrm>
        </p:grpSpPr>
        <p:sp>
          <p:nvSpPr>
            <p:cNvPr id="551" name="Google Shape;551;p13"/>
            <p:cNvSpPr/>
            <p:nvPr/>
          </p:nvSpPr>
          <p:spPr>
            <a:xfrm>
              <a:off x="2013554" y="4029054"/>
              <a:ext cx="124456" cy="188412"/>
            </a:xfrm>
            <a:custGeom>
              <a:avLst/>
              <a:gdLst/>
              <a:ahLst/>
              <a:cxnLst/>
              <a:rect l="l" t="t" r="r" b="b"/>
              <a:pathLst>
                <a:path w="3962" h="5998" extrusionOk="0">
                  <a:moveTo>
                    <a:pt x="3210" y="1"/>
                  </a:moveTo>
                  <a:cubicBezTo>
                    <a:pt x="2969" y="1"/>
                    <a:pt x="2716" y="158"/>
                    <a:pt x="2577" y="423"/>
                  </a:cubicBezTo>
                  <a:lnTo>
                    <a:pt x="187" y="4992"/>
                  </a:lnTo>
                  <a:cubicBezTo>
                    <a:pt x="1" y="5347"/>
                    <a:pt x="89" y="5762"/>
                    <a:pt x="384" y="5916"/>
                  </a:cubicBezTo>
                  <a:lnTo>
                    <a:pt x="514" y="5983"/>
                  </a:lnTo>
                  <a:cubicBezTo>
                    <a:pt x="525" y="5990"/>
                    <a:pt x="535" y="5994"/>
                    <a:pt x="546" y="5997"/>
                  </a:cubicBezTo>
                  <a:cubicBezTo>
                    <a:pt x="553" y="5973"/>
                    <a:pt x="581" y="5969"/>
                    <a:pt x="595" y="5945"/>
                  </a:cubicBezTo>
                  <a:cubicBezTo>
                    <a:pt x="588" y="5941"/>
                    <a:pt x="567" y="5920"/>
                    <a:pt x="556" y="5913"/>
                  </a:cubicBezTo>
                  <a:lnTo>
                    <a:pt x="437" y="5850"/>
                  </a:lnTo>
                  <a:cubicBezTo>
                    <a:pt x="170" y="5713"/>
                    <a:pt x="68" y="5340"/>
                    <a:pt x="236" y="5020"/>
                  </a:cubicBezTo>
                  <a:lnTo>
                    <a:pt x="2626" y="451"/>
                  </a:lnTo>
                  <a:cubicBezTo>
                    <a:pt x="2752" y="211"/>
                    <a:pt x="2980" y="68"/>
                    <a:pt x="3199" y="68"/>
                  </a:cubicBezTo>
                  <a:cubicBezTo>
                    <a:pt x="3274" y="68"/>
                    <a:pt x="3349" y="85"/>
                    <a:pt x="3417" y="121"/>
                  </a:cubicBezTo>
                  <a:lnTo>
                    <a:pt x="3544" y="188"/>
                  </a:lnTo>
                  <a:cubicBezTo>
                    <a:pt x="3811" y="328"/>
                    <a:pt x="3892" y="701"/>
                    <a:pt x="3723" y="1024"/>
                  </a:cubicBezTo>
                  <a:lnTo>
                    <a:pt x="2725" y="2933"/>
                  </a:lnTo>
                  <a:cubicBezTo>
                    <a:pt x="2708" y="2963"/>
                    <a:pt x="2727" y="2986"/>
                    <a:pt x="2746" y="2986"/>
                  </a:cubicBezTo>
                  <a:cubicBezTo>
                    <a:pt x="2755" y="2986"/>
                    <a:pt x="2765" y="2980"/>
                    <a:pt x="2770" y="2968"/>
                  </a:cubicBezTo>
                  <a:lnTo>
                    <a:pt x="3776" y="1049"/>
                  </a:lnTo>
                  <a:cubicBezTo>
                    <a:pt x="3962" y="694"/>
                    <a:pt x="3871" y="279"/>
                    <a:pt x="3575" y="124"/>
                  </a:cubicBezTo>
                  <a:lnTo>
                    <a:pt x="3449" y="57"/>
                  </a:lnTo>
                  <a:cubicBezTo>
                    <a:pt x="3374" y="19"/>
                    <a:pt x="3293" y="1"/>
                    <a:pt x="3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2012015" y="4027766"/>
              <a:ext cx="127441" cy="190925"/>
            </a:xfrm>
            <a:custGeom>
              <a:avLst/>
              <a:gdLst/>
              <a:ahLst/>
              <a:cxnLst/>
              <a:rect l="l" t="t" r="r" b="b"/>
              <a:pathLst>
                <a:path w="4057" h="6078" extrusionOk="0">
                  <a:moveTo>
                    <a:pt x="3256" y="1"/>
                  </a:moveTo>
                  <a:cubicBezTo>
                    <a:pt x="3000" y="1"/>
                    <a:pt x="2734" y="167"/>
                    <a:pt x="2587" y="446"/>
                  </a:cubicBezTo>
                  <a:lnTo>
                    <a:pt x="197" y="5016"/>
                  </a:lnTo>
                  <a:cubicBezTo>
                    <a:pt x="1" y="5392"/>
                    <a:pt x="99" y="5831"/>
                    <a:pt x="415" y="5996"/>
                  </a:cubicBezTo>
                  <a:lnTo>
                    <a:pt x="542" y="6063"/>
                  </a:lnTo>
                  <a:cubicBezTo>
                    <a:pt x="549" y="6066"/>
                    <a:pt x="559" y="6070"/>
                    <a:pt x="570" y="6073"/>
                  </a:cubicBezTo>
                  <a:cubicBezTo>
                    <a:pt x="576" y="6076"/>
                    <a:pt x="583" y="6078"/>
                    <a:pt x="590" y="6078"/>
                  </a:cubicBezTo>
                  <a:cubicBezTo>
                    <a:pt x="596" y="6078"/>
                    <a:pt x="601" y="6076"/>
                    <a:pt x="605" y="6073"/>
                  </a:cubicBezTo>
                  <a:cubicBezTo>
                    <a:pt x="616" y="6070"/>
                    <a:pt x="630" y="6063"/>
                    <a:pt x="633" y="6052"/>
                  </a:cubicBezTo>
                  <a:cubicBezTo>
                    <a:pt x="633" y="6052"/>
                    <a:pt x="637" y="6045"/>
                    <a:pt x="644" y="6042"/>
                  </a:cubicBezTo>
                  <a:cubicBezTo>
                    <a:pt x="651" y="6038"/>
                    <a:pt x="661" y="6031"/>
                    <a:pt x="668" y="6021"/>
                  </a:cubicBezTo>
                  <a:cubicBezTo>
                    <a:pt x="675" y="6017"/>
                    <a:pt x="679" y="6014"/>
                    <a:pt x="682" y="6007"/>
                  </a:cubicBezTo>
                  <a:cubicBezTo>
                    <a:pt x="693" y="5986"/>
                    <a:pt x="686" y="5957"/>
                    <a:pt x="665" y="5950"/>
                  </a:cubicBezTo>
                  <a:lnTo>
                    <a:pt x="661" y="5950"/>
                  </a:lnTo>
                  <a:cubicBezTo>
                    <a:pt x="661" y="5947"/>
                    <a:pt x="654" y="5943"/>
                    <a:pt x="651" y="5940"/>
                  </a:cubicBezTo>
                  <a:cubicBezTo>
                    <a:pt x="640" y="5929"/>
                    <a:pt x="633" y="5922"/>
                    <a:pt x="623" y="5919"/>
                  </a:cubicBezTo>
                  <a:lnTo>
                    <a:pt x="503" y="5856"/>
                  </a:lnTo>
                  <a:cubicBezTo>
                    <a:pt x="250" y="5722"/>
                    <a:pt x="169" y="5374"/>
                    <a:pt x="320" y="5079"/>
                  </a:cubicBezTo>
                  <a:lnTo>
                    <a:pt x="2710" y="510"/>
                  </a:lnTo>
                  <a:cubicBezTo>
                    <a:pt x="2829" y="284"/>
                    <a:pt x="3043" y="148"/>
                    <a:pt x="3246" y="148"/>
                  </a:cubicBezTo>
                  <a:cubicBezTo>
                    <a:pt x="3315" y="148"/>
                    <a:pt x="3383" y="164"/>
                    <a:pt x="3445" y="197"/>
                  </a:cubicBezTo>
                  <a:lnTo>
                    <a:pt x="3575" y="264"/>
                  </a:lnTo>
                  <a:cubicBezTo>
                    <a:pt x="3821" y="394"/>
                    <a:pt x="3895" y="745"/>
                    <a:pt x="3737" y="1044"/>
                  </a:cubicBezTo>
                  <a:lnTo>
                    <a:pt x="2739" y="2956"/>
                  </a:lnTo>
                  <a:cubicBezTo>
                    <a:pt x="2725" y="2974"/>
                    <a:pt x="2721" y="2998"/>
                    <a:pt x="2728" y="3019"/>
                  </a:cubicBezTo>
                  <a:cubicBezTo>
                    <a:pt x="2732" y="3037"/>
                    <a:pt x="2746" y="3054"/>
                    <a:pt x="2763" y="3061"/>
                  </a:cubicBezTo>
                  <a:cubicBezTo>
                    <a:pt x="2773" y="3067"/>
                    <a:pt x="2784" y="3069"/>
                    <a:pt x="2794" y="3069"/>
                  </a:cubicBezTo>
                  <a:cubicBezTo>
                    <a:pt x="2819" y="3069"/>
                    <a:pt x="2843" y="3055"/>
                    <a:pt x="2858" y="3030"/>
                  </a:cubicBezTo>
                  <a:lnTo>
                    <a:pt x="3860" y="1111"/>
                  </a:lnTo>
                  <a:cubicBezTo>
                    <a:pt x="4057" y="735"/>
                    <a:pt x="3962" y="295"/>
                    <a:pt x="3642" y="130"/>
                  </a:cubicBezTo>
                  <a:lnTo>
                    <a:pt x="3515" y="63"/>
                  </a:lnTo>
                  <a:cubicBezTo>
                    <a:pt x="3434" y="21"/>
                    <a:pt x="3346" y="1"/>
                    <a:pt x="3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3"/>
            <p:cNvSpPr/>
            <p:nvPr/>
          </p:nvSpPr>
          <p:spPr>
            <a:xfrm>
              <a:off x="2012015" y="4027766"/>
              <a:ext cx="127441" cy="192559"/>
            </a:xfrm>
            <a:custGeom>
              <a:avLst/>
              <a:gdLst/>
              <a:ahLst/>
              <a:cxnLst/>
              <a:rect l="l" t="t" r="r" b="b"/>
              <a:pathLst>
                <a:path w="4057" h="6130" extrusionOk="0">
                  <a:moveTo>
                    <a:pt x="3258" y="1"/>
                  </a:moveTo>
                  <a:cubicBezTo>
                    <a:pt x="3001" y="1"/>
                    <a:pt x="2734" y="167"/>
                    <a:pt x="2587" y="446"/>
                  </a:cubicBezTo>
                  <a:lnTo>
                    <a:pt x="197" y="5016"/>
                  </a:lnTo>
                  <a:cubicBezTo>
                    <a:pt x="1" y="5392"/>
                    <a:pt x="99" y="5806"/>
                    <a:pt x="415" y="5972"/>
                  </a:cubicBezTo>
                  <a:lnTo>
                    <a:pt x="728" y="6130"/>
                  </a:lnTo>
                  <a:cubicBezTo>
                    <a:pt x="742" y="6073"/>
                    <a:pt x="760" y="6063"/>
                    <a:pt x="806" y="6028"/>
                  </a:cubicBezTo>
                  <a:lnTo>
                    <a:pt x="531" y="5880"/>
                  </a:lnTo>
                  <a:cubicBezTo>
                    <a:pt x="278" y="5747"/>
                    <a:pt x="169" y="5374"/>
                    <a:pt x="324" y="5079"/>
                  </a:cubicBezTo>
                  <a:lnTo>
                    <a:pt x="2714" y="510"/>
                  </a:lnTo>
                  <a:cubicBezTo>
                    <a:pt x="2830" y="284"/>
                    <a:pt x="3044" y="150"/>
                    <a:pt x="3247" y="150"/>
                  </a:cubicBezTo>
                  <a:cubicBezTo>
                    <a:pt x="3316" y="150"/>
                    <a:pt x="3383" y="165"/>
                    <a:pt x="3445" y="197"/>
                  </a:cubicBezTo>
                  <a:lnTo>
                    <a:pt x="3575" y="264"/>
                  </a:lnTo>
                  <a:cubicBezTo>
                    <a:pt x="3821" y="394"/>
                    <a:pt x="3895" y="745"/>
                    <a:pt x="3737" y="1044"/>
                  </a:cubicBezTo>
                  <a:lnTo>
                    <a:pt x="2739" y="2956"/>
                  </a:lnTo>
                  <a:cubicBezTo>
                    <a:pt x="2725" y="2974"/>
                    <a:pt x="2721" y="2998"/>
                    <a:pt x="2728" y="3019"/>
                  </a:cubicBezTo>
                  <a:cubicBezTo>
                    <a:pt x="2735" y="3037"/>
                    <a:pt x="2746" y="3051"/>
                    <a:pt x="2763" y="3061"/>
                  </a:cubicBezTo>
                  <a:cubicBezTo>
                    <a:pt x="2773" y="3067"/>
                    <a:pt x="2784" y="3069"/>
                    <a:pt x="2794" y="3069"/>
                  </a:cubicBezTo>
                  <a:cubicBezTo>
                    <a:pt x="2819" y="3069"/>
                    <a:pt x="2842" y="3055"/>
                    <a:pt x="2855" y="3030"/>
                  </a:cubicBezTo>
                  <a:lnTo>
                    <a:pt x="3860" y="1111"/>
                  </a:lnTo>
                  <a:cubicBezTo>
                    <a:pt x="4057" y="735"/>
                    <a:pt x="3958" y="295"/>
                    <a:pt x="3645" y="130"/>
                  </a:cubicBezTo>
                  <a:lnTo>
                    <a:pt x="3515" y="63"/>
                  </a:lnTo>
                  <a:cubicBezTo>
                    <a:pt x="3435" y="21"/>
                    <a:pt x="3347" y="1"/>
                    <a:pt x="32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2010570" y="4026415"/>
              <a:ext cx="130425" cy="195197"/>
            </a:xfrm>
            <a:custGeom>
              <a:avLst/>
              <a:gdLst/>
              <a:ahLst/>
              <a:cxnLst/>
              <a:rect l="l" t="t" r="r" b="b"/>
              <a:pathLst>
                <a:path w="4152" h="6214" extrusionOk="0">
                  <a:moveTo>
                    <a:pt x="3302" y="86"/>
                  </a:moveTo>
                  <a:cubicBezTo>
                    <a:pt x="3386" y="86"/>
                    <a:pt x="3468" y="105"/>
                    <a:pt x="3544" y="145"/>
                  </a:cubicBezTo>
                  <a:lnTo>
                    <a:pt x="3670" y="212"/>
                  </a:lnTo>
                  <a:cubicBezTo>
                    <a:pt x="3966" y="366"/>
                    <a:pt x="4053" y="781"/>
                    <a:pt x="3871" y="1136"/>
                  </a:cubicBezTo>
                  <a:lnTo>
                    <a:pt x="2865" y="3052"/>
                  </a:lnTo>
                  <a:cubicBezTo>
                    <a:pt x="2860" y="3063"/>
                    <a:pt x="2850" y="3069"/>
                    <a:pt x="2839" y="3069"/>
                  </a:cubicBezTo>
                  <a:cubicBezTo>
                    <a:pt x="2828" y="3069"/>
                    <a:pt x="2816" y="3063"/>
                    <a:pt x="2813" y="3052"/>
                  </a:cubicBezTo>
                  <a:cubicBezTo>
                    <a:pt x="2813" y="3041"/>
                    <a:pt x="2813" y="3031"/>
                    <a:pt x="2820" y="3020"/>
                  </a:cubicBezTo>
                  <a:lnTo>
                    <a:pt x="3818" y="1108"/>
                  </a:lnTo>
                  <a:cubicBezTo>
                    <a:pt x="3987" y="785"/>
                    <a:pt x="3906" y="409"/>
                    <a:pt x="3639" y="272"/>
                  </a:cubicBezTo>
                  <a:lnTo>
                    <a:pt x="3512" y="205"/>
                  </a:lnTo>
                  <a:cubicBezTo>
                    <a:pt x="3444" y="169"/>
                    <a:pt x="3369" y="152"/>
                    <a:pt x="3294" y="152"/>
                  </a:cubicBezTo>
                  <a:cubicBezTo>
                    <a:pt x="3075" y="152"/>
                    <a:pt x="2847" y="295"/>
                    <a:pt x="2721" y="535"/>
                  </a:cubicBezTo>
                  <a:lnTo>
                    <a:pt x="331" y="5104"/>
                  </a:lnTo>
                  <a:cubicBezTo>
                    <a:pt x="170" y="5414"/>
                    <a:pt x="275" y="5811"/>
                    <a:pt x="560" y="5958"/>
                  </a:cubicBezTo>
                  <a:lnTo>
                    <a:pt x="778" y="6078"/>
                  </a:lnTo>
                  <a:cubicBezTo>
                    <a:pt x="767" y="6088"/>
                    <a:pt x="760" y="6099"/>
                    <a:pt x="753" y="6116"/>
                  </a:cubicBezTo>
                  <a:lnTo>
                    <a:pt x="479" y="5979"/>
                  </a:lnTo>
                  <a:cubicBezTo>
                    <a:pt x="184" y="5825"/>
                    <a:pt x="99" y="5428"/>
                    <a:pt x="282" y="5080"/>
                  </a:cubicBezTo>
                  <a:lnTo>
                    <a:pt x="2672" y="507"/>
                  </a:lnTo>
                  <a:cubicBezTo>
                    <a:pt x="2810" y="243"/>
                    <a:pt x="3061" y="86"/>
                    <a:pt x="3302" y="86"/>
                  </a:cubicBezTo>
                  <a:close/>
                  <a:moveTo>
                    <a:pt x="3304" y="0"/>
                  </a:moveTo>
                  <a:cubicBezTo>
                    <a:pt x="3032" y="0"/>
                    <a:pt x="2752" y="175"/>
                    <a:pt x="2598" y="468"/>
                  </a:cubicBezTo>
                  <a:lnTo>
                    <a:pt x="208" y="5037"/>
                  </a:lnTo>
                  <a:cubicBezTo>
                    <a:pt x="1" y="5431"/>
                    <a:pt x="103" y="5877"/>
                    <a:pt x="440" y="6053"/>
                  </a:cubicBezTo>
                  <a:lnTo>
                    <a:pt x="753" y="6211"/>
                  </a:lnTo>
                  <a:cubicBezTo>
                    <a:pt x="760" y="6213"/>
                    <a:pt x="766" y="6214"/>
                    <a:pt x="772" y="6214"/>
                  </a:cubicBezTo>
                  <a:cubicBezTo>
                    <a:pt x="779" y="6214"/>
                    <a:pt x="785" y="6213"/>
                    <a:pt x="792" y="6211"/>
                  </a:cubicBezTo>
                  <a:cubicBezTo>
                    <a:pt x="802" y="6204"/>
                    <a:pt x="809" y="6197"/>
                    <a:pt x="813" y="6183"/>
                  </a:cubicBezTo>
                  <a:cubicBezTo>
                    <a:pt x="823" y="6145"/>
                    <a:pt x="834" y="6138"/>
                    <a:pt x="869" y="6106"/>
                  </a:cubicBezTo>
                  <a:cubicBezTo>
                    <a:pt x="880" y="6099"/>
                    <a:pt x="890" y="6081"/>
                    <a:pt x="887" y="6067"/>
                  </a:cubicBezTo>
                  <a:cubicBezTo>
                    <a:pt x="887" y="6053"/>
                    <a:pt x="883" y="6039"/>
                    <a:pt x="869" y="6032"/>
                  </a:cubicBezTo>
                  <a:lnTo>
                    <a:pt x="598" y="5885"/>
                  </a:lnTo>
                  <a:cubicBezTo>
                    <a:pt x="359" y="5761"/>
                    <a:pt x="268" y="5407"/>
                    <a:pt x="405" y="5143"/>
                  </a:cubicBezTo>
                  <a:lnTo>
                    <a:pt x="2795" y="574"/>
                  </a:lnTo>
                  <a:cubicBezTo>
                    <a:pt x="2906" y="363"/>
                    <a:pt x="3104" y="235"/>
                    <a:pt x="3293" y="235"/>
                  </a:cubicBezTo>
                  <a:cubicBezTo>
                    <a:pt x="3355" y="235"/>
                    <a:pt x="3417" y="249"/>
                    <a:pt x="3473" y="279"/>
                  </a:cubicBezTo>
                  <a:lnTo>
                    <a:pt x="3600" y="345"/>
                  </a:lnTo>
                  <a:cubicBezTo>
                    <a:pt x="3828" y="461"/>
                    <a:pt x="3892" y="788"/>
                    <a:pt x="3744" y="1069"/>
                  </a:cubicBezTo>
                  <a:lnTo>
                    <a:pt x="2746" y="2978"/>
                  </a:lnTo>
                  <a:cubicBezTo>
                    <a:pt x="2728" y="3006"/>
                    <a:pt x="2725" y="3041"/>
                    <a:pt x="2735" y="3073"/>
                  </a:cubicBezTo>
                  <a:cubicBezTo>
                    <a:pt x="2742" y="3101"/>
                    <a:pt x="2763" y="3125"/>
                    <a:pt x="2788" y="3140"/>
                  </a:cubicBezTo>
                  <a:cubicBezTo>
                    <a:pt x="2805" y="3149"/>
                    <a:pt x="2823" y="3153"/>
                    <a:pt x="2840" y="3153"/>
                  </a:cubicBezTo>
                  <a:cubicBezTo>
                    <a:pt x="2881" y="3153"/>
                    <a:pt x="2920" y="3130"/>
                    <a:pt x="2939" y="3090"/>
                  </a:cubicBezTo>
                  <a:lnTo>
                    <a:pt x="3944" y="1171"/>
                  </a:lnTo>
                  <a:cubicBezTo>
                    <a:pt x="4152" y="778"/>
                    <a:pt x="4046" y="310"/>
                    <a:pt x="3709" y="134"/>
                  </a:cubicBezTo>
                  <a:lnTo>
                    <a:pt x="3582" y="68"/>
                  </a:lnTo>
                  <a:cubicBezTo>
                    <a:pt x="3494" y="22"/>
                    <a:pt x="3400" y="0"/>
                    <a:pt x="33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2025491" y="3985956"/>
              <a:ext cx="144655" cy="237761"/>
            </a:xfrm>
            <a:custGeom>
              <a:avLst/>
              <a:gdLst/>
              <a:ahLst/>
              <a:cxnLst/>
              <a:rect l="l" t="t" r="r" b="b"/>
              <a:pathLst>
                <a:path w="4605" h="7569" extrusionOk="0">
                  <a:moveTo>
                    <a:pt x="3202" y="0"/>
                  </a:moveTo>
                  <a:cubicBezTo>
                    <a:pt x="2867" y="0"/>
                    <a:pt x="2557" y="164"/>
                    <a:pt x="2404" y="456"/>
                  </a:cubicBezTo>
                  <a:lnTo>
                    <a:pt x="626" y="3851"/>
                  </a:lnTo>
                  <a:cubicBezTo>
                    <a:pt x="608" y="3890"/>
                    <a:pt x="630" y="3925"/>
                    <a:pt x="658" y="3942"/>
                  </a:cubicBezTo>
                  <a:cubicBezTo>
                    <a:pt x="669" y="3947"/>
                    <a:pt x="679" y="3950"/>
                    <a:pt x="690" y="3950"/>
                  </a:cubicBezTo>
                  <a:cubicBezTo>
                    <a:pt x="710" y="3950"/>
                    <a:pt x="728" y="3941"/>
                    <a:pt x="742" y="3925"/>
                  </a:cubicBezTo>
                  <a:lnTo>
                    <a:pt x="2524" y="519"/>
                  </a:lnTo>
                  <a:cubicBezTo>
                    <a:pt x="2656" y="268"/>
                    <a:pt x="2924" y="128"/>
                    <a:pt x="3213" y="128"/>
                  </a:cubicBezTo>
                  <a:cubicBezTo>
                    <a:pt x="3357" y="128"/>
                    <a:pt x="3505" y="162"/>
                    <a:pt x="3645" y="234"/>
                  </a:cubicBezTo>
                  <a:lnTo>
                    <a:pt x="3849" y="343"/>
                  </a:lnTo>
                  <a:cubicBezTo>
                    <a:pt x="4271" y="565"/>
                    <a:pt x="4454" y="1050"/>
                    <a:pt x="4257" y="1426"/>
                  </a:cubicBezTo>
                  <a:lnTo>
                    <a:pt x="1262" y="7151"/>
                  </a:lnTo>
                  <a:cubicBezTo>
                    <a:pt x="1163" y="7344"/>
                    <a:pt x="989" y="7442"/>
                    <a:pt x="768" y="7442"/>
                  </a:cubicBezTo>
                  <a:cubicBezTo>
                    <a:pt x="607" y="7442"/>
                    <a:pt x="420" y="7390"/>
                    <a:pt x="218" y="7285"/>
                  </a:cubicBezTo>
                  <a:lnTo>
                    <a:pt x="64" y="7204"/>
                  </a:lnTo>
                  <a:cubicBezTo>
                    <a:pt x="62" y="7202"/>
                    <a:pt x="59" y="7201"/>
                    <a:pt x="56" y="7201"/>
                  </a:cubicBezTo>
                  <a:cubicBezTo>
                    <a:pt x="53" y="7201"/>
                    <a:pt x="50" y="7202"/>
                    <a:pt x="46" y="7204"/>
                  </a:cubicBezTo>
                  <a:cubicBezTo>
                    <a:pt x="39" y="7208"/>
                    <a:pt x="36" y="7211"/>
                    <a:pt x="36" y="7218"/>
                  </a:cubicBezTo>
                  <a:cubicBezTo>
                    <a:pt x="29" y="7243"/>
                    <a:pt x="18" y="7264"/>
                    <a:pt x="4" y="7285"/>
                  </a:cubicBezTo>
                  <a:cubicBezTo>
                    <a:pt x="0" y="7292"/>
                    <a:pt x="0" y="7299"/>
                    <a:pt x="0" y="7303"/>
                  </a:cubicBezTo>
                  <a:cubicBezTo>
                    <a:pt x="0" y="7310"/>
                    <a:pt x="7" y="7313"/>
                    <a:pt x="11" y="7317"/>
                  </a:cubicBezTo>
                  <a:lnTo>
                    <a:pt x="162" y="7394"/>
                  </a:lnTo>
                  <a:cubicBezTo>
                    <a:pt x="385" y="7510"/>
                    <a:pt x="595" y="7568"/>
                    <a:pt x="779" y="7568"/>
                  </a:cubicBezTo>
                  <a:cubicBezTo>
                    <a:pt x="1046" y="7568"/>
                    <a:pt x="1259" y="7448"/>
                    <a:pt x="1382" y="7211"/>
                  </a:cubicBezTo>
                  <a:lnTo>
                    <a:pt x="4376" y="1486"/>
                  </a:lnTo>
                  <a:cubicBezTo>
                    <a:pt x="4605" y="1050"/>
                    <a:pt x="4394" y="488"/>
                    <a:pt x="3909" y="231"/>
                  </a:cubicBezTo>
                  <a:lnTo>
                    <a:pt x="3701" y="126"/>
                  </a:lnTo>
                  <a:cubicBezTo>
                    <a:pt x="3540" y="41"/>
                    <a:pt x="3368" y="0"/>
                    <a:pt x="32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3"/>
            <p:cNvSpPr/>
            <p:nvPr/>
          </p:nvSpPr>
          <p:spPr>
            <a:xfrm>
              <a:off x="2024046" y="3984637"/>
              <a:ext cx="147639" cy="240431"/>
            </a:xfrm>
            <a:custGeom>
              <a:avLst/>
              <a:gdLst/>
              <a:ahLst/>
              <a:cxnLst/>
              <a:rect l="l" t="t" r="r" b="b"/>
              <a:pathLst>
                <a:path w="4700" h="7654" extrusionOk="0">
                  <a:moveTo>
                    <a:pt x="3250" y="84"/>
                  </a:moveTo>
                  <a:cubicBezTo>
                    <a:pt x="3409" y="84"/>
                    <a:pt x="3575" y="122"/>
                    <a:pt x="3730" y="203"/>
                  </a:cubicBezTo>
                  <a:lnTo>
                    <a:pt x="3934" y="312"/>
                  </a:lnTo>
                  <a:cubicBezTo>
                    <a:pt x="4401" y="554"/>
                    <a:pt x="4605" y="1092"/>
                    <a:pt x="4387" y="1510"/>
                  </a:cubicBezTo>
                  <a:lnTo>
                    <a:pt x="1393" y="7236"/>
                  </a:lnTo>
                  <a:cubicBezTo>
                    <a:pt x="1277" y="7455"/>
                    <a:pt x="1074" y="7568"/>
                    <a:pt x="820" y="7568"/>
                  </a:cubicBezTo>
                  <a:cubicBezTo>
                    <a:pt x="643" y="7568"/>
                    <a:pt x="441" y="7513"/>
                    <a:pt x="226" y="7401"/>
                  </a:cubicBezTo>
                  <a:lnTo>
                    <a:pt x="96" y="7330"/>
                  </a:lnTo>
                  <a:cubicBezTo>
                    <a:pt x="103" y="7320"/>
                    <a:pt x="110" y="7306"/>
                    <a:pt x="113" y="7295"/>
                  </a:cubicBezTo>
                  <a:lnTo>
                    <a:pt x="247" y="7362"/>
                  </a:lnTo>
                  <a:cubicBezTo>
                    <a:pt x="455" y="7472"/>
                    <a:pt x="648" y="7526"/>
                    <a:pt x="815" y="7526"/>
                  </a:cubicBezTo>
                  <a:cubicBezTo>
                    <a:pt x="1050" y="7526"/>
                    <a:pt x="1236" y="7420"/>
                    <a:pt x="1347" y="7211"/>
                  </a:cubicBezTo>
                  <a:lnTo>
                    <a:pt x="4341" y="1486"/>
                  </a:lnTo>
                  <a:cubicBezTo>
                    <a:pt x="4549" y="1088"/>
                    <a:pt x="4355" y="579"/>
                    <a:pt x="3916" y="347"/>
                  </a:cubicBezTo>
                  <a:lnTo>
                    <a:pt x="3709" y="238"/>
                  </a:lnTo>
                  <a:cubicBezTo>
                    <a:pt x="3562" y="162"/>
                    <a:pt x="3407" y="126"/>
                    <a:pt x="3257" y="126"/>
                  </a:cubicBezTo>
                  <a:cubicBezTo>
                    <a:pt x="2952" y="126"/>
                    <a:pt x="2670" y="274"/>
                    <a:pt x="2531" y="540"/>
                  </a:cubicBezTo>
                  <a:lnTo>
                    <a:pt x="749" y="3946"/>
                  </a:lnTo>
                  <a:cubicBezTo>
                    <a:pt x="747" y="3948"/>
                    <a:pt x="743" y="3950"/>
                    <a:pt x="738" y="3950"/>
                  </a:cubicBezTo>
                  <a:cubicBezTo>
                    <a:pt x="734" y="3950"/>
                    <a:pt x="729" y="3949"/>
                    <a:pt x="725" y="3946"/>
                  </a:cubicBezTo>
                  <a:cubicBezTo>
                    <a:pt x="718" y="3942"/>
                    <a:pt x="704" y="3928"/>
                    <a:pt x="711" y="3914"/>
                  </a:cubicBezTo>
                  <a:lnTo>
                    <a:pt x="2486" y="515"/>
                  </a:lnTo>
                  <a:cubicBezTo>
                    <a:pt x="2631" y="239"/>
                    <a:pt x="2929" y="84"/>
                    <a:pt x="3250" y="84"/>
                  </a:cubicBezTo>
                  <a:close/>
                  <a:moveTo>
                    <a:pt x="3247" y="0"/>
                  </a:moveTo>
                  <a:cubicBezTo>
                    <a:pt x="2897" y="0"/>
                    <a:pt x="2572" y="171"/>
                    <a:pt x="2412" y="477"/>
                  </a:cubicBezTo>
                  <a:lnTo>
                    <a:pt x="637" y="3876"/>
                  </a:lnTo>
                  <a:cubicBezTo>
                    <a:pt x="605" y="3935"/>
                    <a:pt x="637" y="3995"/>
                    <a:pt x="686" y="4020"/>
                  </a:cubicBezTo>
                  <a:cubicBezTo>
                    <a:pt x="702" y="4028"/>
                    <a:pt x="720" y="4033"/>
                    <a:pt x="737" y="4033"/>
                  </a:cubicBezTo>
                  <a:cubicBezTo>
                    <a:pt x="769" y="4033"/>
                    <a:pt x="799" y="4019"/>
                    <a:pt x="820" y="3992"/>
                  </a:cubicBezTo>
                  <a:lnTo>
                    <a:pt x="2605" y="579"/>
                  </a:lnTo>
                  <a:cubicBezTo>
                    <a:pt x="2729" y="343"/>
                    <a:pt x="2982" y="211"/>
                    <a:pt x="3255" y="211"/>
                  </a:cubicBezTo>
                  <a:cubicBezTo>
                    <a:pt x="3393" y="211"/>
                    <a:pt x="3536" y="244"/>
                    <a:pt x="3670" y="315"/>
                  </a:cubicBezTo>
                  <a:lnTo>
                    <a:pt x="3877" y="421"/>
                  </a:lnTo>
                  <a:cubicBezTo>
                    <a:pt x="4278" y="631"/>
                    <a:pt x="4454" y="1092"/>
                    <a:pt x="4268" y="1447"/>
                  </a:cubicBezTo>
                  <a:lnTo>
                    <a:pt x="1273" y="7172"/>
                  </a:lnTo>
                  <a:cubicBezTo>
                    <a:pt x="1178" y="7352"/>
                    <a:pt x="1016" y="7444"/>
                    <a:pt x="809" y="7444"/>
                  </a:cubicBezTo>
                  <a:cubicBezTo>
                    <a:pt x="656" y="7444"/>
                    <a:pt x="478" y="7393"/>
                    <a:pt x="285" y="7292"/>
                  </a:cubicBezTo>
                  <a:lnTo>
                    <a:pt x="131" y="7211"/>
                  </a:lnTo>
                  <a:cubicBezTo>
                    <a:pt x="121" y="7205"/>
                    <a:pt x="110" y="7203"/>
                    <a:pt x="100" y="7203"/>
                  </a:cubicBezTo>
                  <a:cubicBezTo>
                    <a:pt x="91" y="7203"/>
                    <a:pt x="82" y="7204"/>
                    <a:pt x="75" y="7207"/>
                  </a:cubicBezTo>
                  <a:cubicBezTo>
                    <a:pt x="57" y="7218"/>
                    <a:pt x="46" y="7232"/>
                    <a:pt x="39" y="7253"/>
                  </a:cubicBezTo>
                  <a:cubicBezTo>
                    <a:pt x="36" y="7271"/>
                    <a:pt x="29" y="7288"/>
                    <a:pt x="15" y="7306"/>
                  </a:cubicBezTo>
                  <a:cubicBezTo>
                    <a:pt x="4" y="7320"/>
                    <a:pt x="1" y="7338"/>
                    <a:pt x="8" y="7355"/>
                  </a:cubicBezTo>
                  <a:cubicBezTo>
                    <a:pt x="11" y="7373"/>
                    <a:pt x="22" y="7387"/>
                    <a:pt x="39" y="7397"/>
                  </a:cubicBezTo>
                  <a:lnTo>
                    <a:pt x="187" y="7475"/>
                  </a:lnTo>
                  <a:cubicBezTo>
                    <a:pt x="417" y="7594"/>
                    <a:pt x="635" y="7653"/>
                    <a:pt x="826" y="7653"/>
                  </a:cubicBezTo>
                  <a:cubicBezTo>
                    <a:pt x="1108" y="7653"/>
                    <a:pt x="1335" y="7525"/>
                    <a:pt x="1466" y="7274"/>
                  </a:cubicBezTo>
                  <a:lnTo>
                    <a:pt x="4461" y="1549"/>
                  </a:lnTo>
                  <a:cubicBezTo>
                    <a:pt x="4700" y="1092"/>
                    <a:pt x="4482" y="505"/>
                    <a:pt x="3972" y="238"/>
                  </a:cubicBezTo>
                  <a:lnTo>
                    <a:pt x="3765" y="129"/>
                  </a:lnTo>
                  <a:cubicBezTo>
                    <a:pt x="3598" y="42"/>
                    <a:pt x="3420" y="0"/>
                    <a:pt x="3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7" name="Google Shape;557;p13"/>
          <p:cNvGrpSpPr/>
          <p:nvPr/>
        </p:nvGrpSpPr>
        <p:grpSpPr>
          <a:xfrm>
            <a:off x="8831845" y="4788969"/>
            <a:ext cx="278433" cy="235234"/>
            <a:chOff x="4241863" y="4536209"/>
            <a:chExt cx="205501" cy="173617"/>
          </a:xfrm>
        </p:grpSpPr>
        <p:sp>
          <p:nvSpPr>
            <p:cNvPr id="558" name="Google Shape;558;p13"/>
            <p:cNvSpPr/>
            <p:nvPr/>
          </p:nvSpPr>
          <p:spPr>
            <a:xfrm>
              <a:off x="4244313" y="4569443"/>
              <a:ext cx="164193" cy="124519"/>
            </a:xfrm>
            <a:custGeom>
              <a:avLst/>
              <a:gdLst/>
              <a:ahLst/>
              <a:cxnLst/>
              <a:rect l="l" t="t" r="r" b="b"/>
              <a:pathLst>
                <a:path w="5227" h="3964" extrusionOk="0">
                  <a:moveTo>
                    <a:pt x="4549" y="0"/>
                  </a:moveTo>
                  <a:cubicBezTo>
                    <a:pt x="4400" y="0"/>
                    <a:pt x="4242" y="53"/>
                    <a:pt x="4105" y="157"/>
                  </a:cubicBezTo>
                  <a:lnTo>
                    <a:pt x="376" y="2997"/>
                  </a:lnTo>
                  <a:cubicBezTo>
                    <a:pt x="88" y="3219"/>
                    <a:pt x="0" y="3595"/>
                    <a:pt x="183" y="3837"/>
                  </a:cubicBezTo>
                  <a:lnTo>
                    <a:pt x="264" y="3939"/>
                  </a:lnTo>
                  <a:cubicBezTo>
                    <a:pt x="271" y="3950"/>
                    <a:pt x="278" y="3957"/>
                    <a:pt x="285" y="3964"/>
                  </a:cubicBezTo>
                  <a:cubicBezTo>
                    <a:pt x="302" y="3946"/>
                    <a:pt x="327" y="3953"/>
                    <a:pt x="348" y="3939"/>
                  </a:cubicBezTo>
                  <a:cubicBezTo>
                    <a:pt x="341" y="3936"/>
                    <a:pt x="330" y="3908"/>
                    <a:pt x="327" y="3901"/>
                  </a:cubicBezTo>
                  <a:lnTo>
                    <a:pt x="253" y="3802"/>
                  </a:lnTo>
                  <a:cubicBezTo>
                    <a:pt x="84" y="3584"/>
                    <a:pt x="144" y="3240"/>
                    <a:pt x="408" y="3039"/>
                  </a:cubicBezTo>
                  <a:lnTo>
                    <a:pt x="4137" y="196"/>
                  </a:lnTo>
                  <a:cubicBezTo>
                    <a:pt x="4259" y="103"/>
                    <a:pt x="4402" y="58"/>
                    <a:pt x="4536" y="58"/>
                  </a:cubicBezTo>
                  <a:cubicBezTo>
                    <a:pt x="4686" y="58"/>
                    <a:pt x="4826" y="116"/>
                    <a:pt x="4914" y="231"/>
                  </a:cubicBezTo>
                  <a:lnTo>
                    <a:pt x="4994" y="333"/>
                  </a:lnTo>
                  <a:cubicBezTo>
                    <a:pt x="5160" y="551"/>
                    <a:pt x="5082" y="892"/>
                    <a:pt x="4819" y="1092"/>
                  </a:cubicBezTo>
                  <a:lnTo>
                    <a:pt x="3262" y="2280"/>
                  </a:lnTo>
                  <a:cubicBezTo>
                    <a:pt x="3231" y="2302"/>
                    <a:pt x="3244" y="2333"/>
                    <a:pt x="3265" y="2333"/>
                  </a:cubicBezTo>
                  <a:cubicBezTo>
                    <a:pt x="3271" y="2333"/>
                    <a:pt x="3277" y="2331"/>
                    <a:pt x="3283" y="2326"/>
                  </a:cubicBezTo>
                  <a:lnTo>
                    <a:pt x="4850" y="1134"/>
                  </a:lnTo>
                  <a:cubicBezTo>
                    <a:pt x="5139" y="913"/>
                    <a:pt x="5226" y="537"/>
                    <a:pt x="5044" y="294"/>
                  </a:cubicBezTo>
                  <a:lnTo>
                    <a:pt x="4963" y="193"/>
                  </a:lnTo>
                  <a:cubicBezTo>
                    <a:pt x="4867" y="65"/>
                    <a:pt x="4714" y="0"/>
                    <a:pt x="4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4242962" y="4568281"/>
              <a:ext cx="166863" cy="126781"/>
            </a:xfrm>
            <a:custGeom>
              <a:avLst/>
              <a:gdLst/>
              <a:ahLst/>
              <a:cxnLst/>
              <a:rect l="l" t="t" r="r" b="b"/>
              <a:pathLst>
                <a:path w="5312" h="4036" extrusionOk="0">
                  <a:moveTo>
                    <a:pt x="187" y="3709"/>
                  </a:moveTo>
                  <a:cubicBezTo>
                    <a:pt x="201" y="3751"/>
                    <a:pt x="219" y="3797"/>
                    <a:pt x="247" y="3836"/>
                  </a:cubicBezTo>
                  <a:cubicBezTo>
                    <a:pt x="219" y="3797"/>
                    <a:pt x="198" y="3755"/>
                    <a:pt x="187" y="3709"/>
                  </a:cubicBezTo>
                  <a:close/>
                  <a:moveTo>
                    <a:pt x="4591" y="0"/>
                  </a:moveTo>
                  <a:cubicBezTo>
                    <a:pt x="4435" y="0"/>
                    <a:pt x="4268" y="54"/>
                    <a:pt x="4124" y="163"/>
                  </a:cubicBezTo>
                  <a:lnTo>
                    <a:pt x="398" y="3006"/>
                  </a:lnTo>
                  <a:cubicBezTo>
                    <a:pt x="89" y="3242"/>
                    <a:pt x="1" y="3639"/>
                    <a:pt x="198" y="3895"/>
                  </a:cubicBezTo>
                  <a:lnTo>
                    <a:pt x="275" y="4001"/>
                  </a:lnTo>
                  <a:cubicBezTo>
                    <a:pt x="282" y="4008"/>
                    <a:pt x="289" y="4015"/>
                    <a:pt x="296" y="4022"/>
                  </a:cubicBezTo>
                  <a:cubicBezTo>
                    <a:pt x="303" y="4029"/>
                    <a:pt x="314" y="4036"/>
                    <a:pt x="324" y="4036"/>
                  </a:cubicBezTo>
                  <a:cubicBezTo>
                    <a:pt x="335" y="4036"/>
                    <a:pt x="345" y="4036"/>
                    <a:pt x="356" y="4029"/>
                  </a:cubicBezTo>
                  <a:cubicBezTo>
                    <a:pt x="356" y="4025"/>
                    <a:pt x="363" y="4025"/>
                    <a:pt x="370" y="4025"/>
                  </a:cubicBezTo>
                  <a:cubicBezTo>
                    <a:pt x="377" y="4022"/>
                    <a:pt x="388" y="4022"/>
                    <a:pt x="398" y="4018"/>
                  </a:cubicBezTo>
                  <a:cubicBezTo>
                    <a:pt x="402" y="4015"/>
                    <a:pt x="409" y="4015"/>
                    <a:pt x="412" y="4008"/>
                  </a:cubicBezTo>
                  <a:cubicBezTo>
                    <a:pt x="430" y="3997"/>
                    <a:pt x="433" y="3969"/>
                    <a:pt x="419" y="3955"/>
                  </a:cubicBezTo>
                  <a:cubicBezTo>
                    <a:pt x="419" y="3952"/>
                    <a:pt x="416" y="3948"/>
                    <a:pt x="412" y="3941"/>
                  </a:cubicBezTo>
                  <a:cubicBezTo>
                    <a:pt x="409" y="3927"/>
                    <a:pt x="405" y="3920"/>
                    <a:pt x="398" y="3913"/>
                  </a:cubicBezTo>
                  <a:lnTo>
                    <a:pt x="324" y="3814"/>
                  </a:lnTo>
                  <a:cubicBezTo>
                    <a:pt x="166" y="3607"/>
                    <a:pt x="233" y="3291"/>
                    <a:pt x="475" y="3108"/>
                  </a:cubicBezTo>
                  <a:lnTo>
                    <a:pt x="4201" y="265"/>
                  </a:lnTo>
                  <a:cubicBezTo>
                    <a:pt x="4318" y="176"/>
                    <a:pt x="4454" y="132"/>
                    <a:pt x="4581" y="132"/>
                  </a:cubicBezTo>
                  <a:cubicBezTo>
                    <a:pt x="4719" y="132"/>
                    <a:pt x="4846" y="185"/>
                    <a:pt x="4925" y="289"/>
                  </a:cubicBezTo>
                  <a:lnTo>
                    <a:pt x="5006" y="395"/>
                  </a:lnTo>
                  <a:cubicBezTo>
                    <a:pt x="5160" y="595"/>
                    <a:pt x="5083" y="911"/>
                    <a:pt x="4837" y="1101"/>
                  </a:cubicBezTo>
                  <a:lnTo>
                    <a:pt x="3280" y="2286"/>
                  </a:lnTo>
                  <a:cubicBezTo>
                    <a:pt x="3263" y="2300"/>
                    <a:pt x="3252" y="2317"/>
                    <a:pt x="3248" y="2335"/>
                  </a:cubicBezTo>
                  <a:cubicBezTo>
                    <a:pt x="3245" y="2352"/>
                    <a:pt x="3252" y="2370"/>
                    <a:pt x="3259" y="2384"/>
                  </a:cubicBezTo>
                  <a:cubicBezTo>
                    <a:pt x="3273" y="2400"/>
                    <a:pt x="3292" y="2410"/>
                    <a:pt x="3311" y="2410"/>
                  </a:cubicBezTo>
                  <a:cubicBezTo>
                    <a:pt x="3325" y="2410"/>
                    <a:pt x="3339" y="2405"/>
                    <a:pt x="3350" y="2395"/>
                  </a:cubicBezTo>
                  <a:lnTo>
                    <a:pt x="4918" y="1203"/>
                  </a:lnTo>
                  <a:cubicBezTo>
                    <a:pt x="5224" y="968"/>
                    <a:pt x="5312" y="567"/>
                    <a:pt x="5115" y="310"/>
                  </a:cubicBezTo>
                  <a:lnTo>
                    <a:pt x="5037" y="208"/>
                  </a:lnTo>
                  <a:cubicBezTo>
                    <a:pt x="4933" y="70"/>
                    <a:pt x="4768" y="0"/>
                    <a:pt x="45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4243308" y="4568250"/>
              <a:ext cx="166643" cy="129702"/>
            </a:xfrm>
            <a:custGeom>
              <a:avLst/>
              <a:gdLst/>
              <a:ahLst/>
              <a:cxnLst/>
              <a:rect l="l" t="t" r="r" b="b"/>
              <a:pathLst>
                <a:path w="5305" h="4129" extrusionOk="0">
                  <a:moveTo>
                    <a:pt x="4582" y="1"/>
                  </a:moveTo>
                  <a:cubicBezTo>
                    <a:pt x="4426" y="1"/>
                    <a:pt x="4260" y="55"/>
                    <a:pt x="4116" y="164"/>
                  </a:cubicBezTo>
                  <a:lnTo>
                    <a:pt x="387" y="3007"/>
                  </a:lnTo>
                  <a:cubicBezTo>
                    <a:pt x="81" y="3239"/>
                    <a:pt x="0" y="3619"/>
                    <a:pt x="197" y="3879"/>
                  </a:cubicBezTo>
                  <a:lnTo>
                    <a:pt x="394" y="4128"/>
                  </a:lnTo>
                  <a:cubicBezTo>
                    <a:pt x="429" y="4090"/>
                    <a:pt x="447" y="4086"/>
                    <a:pt x="496" y="4072"/>
                  </a:cubicBezTo>
                  <a:lnTo>
                    <a:pt x="331" y="3847"/>
                  </a:lnTo>
                  <a:cubicBezTo>
                    <a:pt x="173" y="3640"/>
                    <a:pt x="222" y="3292"/>
                    <a:pt x="464" y="3109"/>
                  </a:cubicBezTo>
                  <a:lnTo>
                    <a:pt x="4193" y="266"/>
                  </a:lnTo>
                  <a:cubicBezTo>
                    <a:pt x="4309" y="177"/>
                    <a:pt x="4444" y="133"/>
                    <a:pt x="4570" y="133"/>
                  </a:cubicBezTo>
                  <a:cubicBezTo>
                    <a:pt x="4709" y="133"/>
                    <a:pt x="4837" y="186"/>
                    <a:pt x="4918" y="290"/>
                  </a:cubicBezTo>
                  <a:lnTo>
                    <a:pt x="4995" y="396"/>
                  </a:lnTo>
                  <a:cubicBezTo>
                    <a:pt x="5149" y="596"/>
                    <a:pt x="5076" y="912"/>
                    <a:pt x="4830" y="1102"/>
                  </a:cubicBezTo>
                  <a:lnTo>
                    <a:pt x="3269" y="2287"/>
                  </a:lnTo>
                  <a:cubicBezTo>
                    <a:pt x="3255" y="2301"/>
                    <a:pt x="3241" y="2318"/>
                    <a:pt x="3237" y="2336"/>
                  </a:cubicBezTo>
                  <a:cubicBezTo>
                    <a:pt x="3234" y="2353"/>
                    <a:pt x="3241" y="2371"/>
                    <a:pt x="3252" y="2385"/>
                  </a:cubicBezTo>
                  <a:cubicBezTo>
                    <a:pt x="3264" y="2401"/>
                    <a:pt x="3282" y="2411"/>
                    <a:pt x="3301" y="2411"/>
                  </a:cubicBezTo>
                  <a:cubicBezTo>
                    <a:pt x="3314" y="2411"/>
                    <a:pt x="3328" y="2406"/>
                    <a:pt x="3339" y="2396"/>
                  </a:cubicBezTo>
                  <a:lnTo>
                    <a:pt x="4907" y="1201"/>
                  </a:lnTo>
                  <a:cubicBezTo>
                    <a:pt x="5213" y="969"/>
                    <a:pt x="5304" y="568"/>
                    <a:pt x="5107" y="311"/>
                  </a:cubicBezTo>
                  <a:lnTo>
                    <a:pt x="5026" y="206"/>
                  </a:lnTo>
                  <a:cubicBezTo>
                    <a:pt x="4922" y="70"/>
                    <a:pt x="4758" y="1"/>
                    <a:pt x="4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4241863" y="4567056"/>
              <a:ext cx="169282" cy="132090"/>
            </a:xfrm>
            <a:custGeom>
              <a:avLst/>
              <a:gdLst/>
              <a:ahLst/>
              <a:cxnLst/>
              <a:rect l="l" t="t" r="r" b="b"/>
              <a:pathLst>
                <a:path w="5389" h="4205" extrusionOk="0">
                  <a:moveTo>
                    <a:pt x="4627" y="76"/>
                  </a:moveTo>
                  <a:cubicBezTo>
                    <a:pt x="4792" y="76"/>
                    <a:pt x="4945" y="141"/>
                    <a:pt x="5041" y="269"/>
                  </a:cubicBezTo>
                  <a:lnTo>
                    <a:pt x="5122" y="370"/>
                  </a:lnTo>
                  <a:cubicBezTo>
                    <a:pt x="5304" y="613"/>
                    <a:pt x="5217" y="989"/>
                    <a:pt x="4928" y="1210"/>
                  </a:cubicBezTo>
                  <a:lnTo>
                    <a:pt x="3364" y="2402"/>
                  </a:lnTo>
                  <a:cubicBezTo>
                    <a:pt x="3358" y="2407"/>
                    <a:pt x="3352" y="2409"/>
                    <a:pt x="3346" y="2409"/>
                  </a:cubicBezTo>
                  <a:cubicBezTo>
                    <a:pt x="3331" y="2409"/>
                    <a:pt x="3320" y="2396"/>
                    <a:pt x="3322" y="2381"/>
                  </a:cubicBezTo>
                  <a:cubicBezTo>
                    <a:pt x="3322" y="2374"/>
                    <a:pt x="3329" y="2363"/>
                    <a:pt x="3336" y="2356"/>
                  </a:cubicBezTo>
                  <a:lnTo>
                    <a:pt x="4897" y="1168"/>
                  </a:lnTo>
                  <a:cubicBezTo>
                    <a:pt x="5160" y="968"/>
                    <a:pt x="5238" y="627"/>
                    <a:pt x="5072" y="409"/>
                  </a:cubicBezTo>
                  <a:lnTo>
                    <a:pt x="4992" y="307"/>
                  </a:lnTo>
                  <a:cubicBezTo>
                    <a:pt x="4904" y="191"/>
                    <a:pt x="4764" y="132"/>
                    <a:pt x="4613" y="132"/>
                  </a:cubicBezTo>
                  <a:cubicBezTo>
                    <a:pt x="4480" y="132"/>
                    <a:pt x="4338" y="178"/>
                    <a:pt x="4215" y="272"/>
                  </a:cubicBezTo>
                  <a:lnTo>
                    <a:pt x="486" y="3115"/>
                  </a:lnTo>
                  <a:cubicBezTo>
                    <a:pt x="236" y="3309"/>
                    <a:pt x="169" y="3678"/>
                    <a:pt x="345" y="3910"/>
                  </a:cubicBezTo>
                  <a:lnTo>
                    <a:pt x="479" y="4089"/>
                  </a:lnTo>
                  <a:cubicBezTo>
                    <a:pt x="465" y="4096"/>
                    <a:pt x="454" y="4103"/>
                    <a:pt x="444" y="4110"/>
                  </a:cubicBezTo>
                  <a:lnTo>
                    <a:pt x="271" y="3892"/>
                  </a:lnTo>
                  <a:cubicBezTo>
                    <a:pt x="89" y="3653"/>
                    <a:pt x="169" y="3291"/>
                    <a:pt x="454" y="3073"/>
                  </a:cubicBezTo>
                  <a:lnTo>
                    <a:pt x="4183" y="233"/>
                  </a:lnTo>
                  <a:cubicBezTo>
                    <a:pt x="4320" y="129"/>
                    <a:pt x="4478" y="76"/>
                    <a:pt x="4627" y="76"/>
                  </a:cubicBezTo>
                  <a:close/>
                  <a:moveTo>
                    <a:pt x="4624" y="0"/>
                  </a:moveTo>
                  <a:cubicBezTo>
                    <a:pt x="4460" y="0"/>
                    <a:pt x="4287" y="56"/>
                    <a:pt x="4138" y="170"/>
                  </a:cubicBezTo>
                  <a:lnTo>
                    <a:pt x="408" y="3013"/>
                  </a:lnTo>
                  <a:cubicBezTo>
                    <a:pt x="89" y="3260"/>
                    <a:pt x="1" y="3664"/>
                    <a:pt x="212" y="3938"/>
                  </a:cubicBezTo>
                  <a:lnTo>
                    <a:pt x="408" y="4191"/>
                  </a:lnTo>
                  <a:cubicBezTo>
                    <a:pt x="416" y="4198"/>
                    <a:pt x="426" y="4205"/>
                    <a:pt x="437" y="4205"/>
                  </a:cubicBezTo>
                  <a:cubicBezTo>
                    <a:pt x="451" y="4205"/>
                    <a:pt x="461" y="4198"/>
                    <a:pt x="468" y="4191"/>
                  </a:cubicBezTo>
                  <a:cubicBezTo>
                    <a:pt x="493" y="4163"/>
                    <a:pt x="503" y="4159"/>
                    <a:pt x="546" y="4149"/>
                  </a:cubicBezTo>
                  <a:cubicBezTo>
                    <a:pt x="556" y="4145"/>
                    <a:pt x="570" y="4135"/>
                    <a:pt x="574" y="4124"/>
                  </a:cubicBezTo>
                  <a:cubicBezTo>
                    <a:pt x="577" y="4114"/>
                    <a:pt x="581" y="4100"/>
                    <a:pt x="570" y="4089"/>
                  </a:cubicBezTo>
                  <a:lnTo>
                    <a:pt x="405" y="3861"/>
                  </a:lnTo>
                  <a:cubicBezTo>
                    <a:pt x="257" y="3667"/>
                    <a:pt x="317" y="3340"/>
                    <a:pt x="531" y="3175"/>
                  </a:cubicBezTo>
                  <a:lnTo>
                    <a:pt x="4261" y="332"/>
                  </a:lnTo>
                  <a:cubicBezTo>
                    <a:pt x="4370" y="249"/>
                    <a:pt x="4497" y="208"/>
                    <a:pt x="4615" y="208"/>
                  </a:cubicBezTo>
                  <a:cubicBezTo>
                    <a:pt x="4742" y="208"/>
                    <a:pt x="4859" y="256"/>
                    <a:pt x="4932" y="353"/>
                  </a:cubicBezTo>
                  <a:lnTo>
                    <a:pt x="5013" y="455"/>
                  </a:lnTo>
                  <a:cubicBezTo>
                    <a:pt x="5153" y="641"/>
                    <a:pt x="5079" y="933"/>
                    <a:pt x="4851" y="1109"/>
                  </a:cubicBezTo>
                  <a:lnTo>
                    <a:pt x="3294" y="2296"/>
                  </a:lnTo>
                  <a:cubicBezTo>
                    <a:pt x="3269" y="2311"/>
                    <a:pt x="3252" y="2339"/>
                    <a:pt x="3245" y="2370"/>
                  </a:cubicBezTo>
                  <a:cubicBezTo>
                    <a:pt x="3241" y="2395"/>
                    <a:pt x="3248" y="2423"/>
                    <a:pt x="3266" y="2448"/>
                  </a:cubicBezTo>
                  <a:cubicBezTo>
                    <a:pt x="3286" y="2472"/>
                    <a:pt x="3314" y="2486"/>
                    <a:pt x="3344" y="2486"/>
                  </a:cubicBezTo>
                  <a:cubicBezTo>
                    <a:pt x="3366" y="2486"/>
                    <a:pt x="3389" y="2478"/>
                    <a:pt x="3410" y="2462"/>
                  </a:cubicBezTo>
                  <a:lnTo>
                    <a:pt x="4974" y="1270"/>
                  </a:lnTo>
                  <a:cubicBezTo>
                    <a:pt x="5297" y="1024"/>
                    <a:pt x="5389" y="602"/>
                    <a:pt x="5181" y="325"/>
                  </a:cubicBezTo>
                  <a:lnTo>
                    <a:pt x="5101" y="223"/>
                  </a:lnTo>
                  <a:cubicBezTo>
                    <a:pt x="4989" y="76"/>
                    <a:pt x="4813" y="0"/>
                    <a:pt x="46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4249810" y="4537371"/>
              <a:ext cx="196108" cy="171230"/>
            </a:xfrm>
            <a:custGeom>
              <a:avLst/>
              <a:gdLst/>
              <a:ahLst/>
              <a:cxnLst/>
              <a:rect l="l" t="t" r="r" b="b"/>
              <a:pathLst>
                <a:path w="6243" h="5451" extrusionOk="0">
                  <a:moveTo>
                    <a:pt x="5076" y="1"/>
                  </a:moveTo>
                  <a:cubicBezTo>
                    <a:pt x="4912" y="1"/>
                    <a:pt x="4751" y="50"/>
                    <a:pt x="4616" y="152"/>
                  </a:cubicBezTo>
                  <a:lnTo>
                    <a:pt x="1846" y="2264"/>
                  </a:lnTo>
                  <a:cubicBezTo>
                    <a:pt x="1818" y="2289"/>
                    <a:pt x="1818" y="2328"/>
                    <a:pt x="1839" y="2352"/>
                  </a:cubicBezTo>
                  <a:cubicBezTo>
                    <a:pt x="1851" y="2368"/>
                    <a:pt x="1867" y="2377"/>
                    <a:pt x="1884" y="2377"/>
                  </a:cubicBezTo>
                  <a:cubicBezTo>
                    <a:pt x="1894" y="2377"/>
                    <a:pt x="1903" y="2375"/>
                    <a:pt x="1913" y="2370"/>
                  </a:cubicBezTo>
                  <a:lnTo>
                    <a:pt x="4689" y="250"/>
                  </a:lnTo>
                  <a:cubicBezTo>
                    <a:pt x="4806" y="162"/>
                    <a:pt x="4945" y="119"/>
                    <a:pt x="5086" y="119"/>
                  </a:cubicBezTo>
                  <a:cubicBezTo>
                    <a:pt x="5320" y="119"/>
                    <a:pt x="5561" y="235"/>
                    <a:pt x="5723" y="447"/>
                  </a:cubicBezTo>
                  <a:lnTo>
                    <a:pt x="5853" y="616"/>
                  </a:lnTo>
                  <a:cubicBezTo>
                    <a:pt x="6113" y="960"/>
                    <a:pt x="6078" y="1431"/>
                    <a:pt x="5772" y="1663"/>
                  </a:cubicBezTo>
                  <a:lnTo>
                    <a:pt x="1101" y="5227"/>
                  </a:lnTo>
                  <a:cubicBezTo>
                    <a:pt x="1009" y="5297"/>
                    <a:pt x="910" y="5331"/>
                    <a:pt x="808" y="5331"/>
                  </a:cubicBezTo>
                  <a:cubicBezTo>
                    <a:pt x="604" y="5331"/>
                    <a:pt x="386" y="5195"/>
                    <a:pt x="187" y="4936"/>
                  </a:cubicBezTo>
                  <a:lnTo>
                    <a:pt x="92" y="4809"/>
                  </a:lnTo>
                  <a:cubicBezTo>
                    <a:pt x="89" y="4806"/>
                    <a:pt x="82" y="4802"/>
                    <a:pt x="78" y="4802"/>
                  </a:cubicBezTo>
                  <a:cubicBezTo>
                    <a:pt x="71" y="4802"/>
                    <a:pt x="64" y="4806"/>
                    <a:pt x="61" y="4809"/>
                  </a:cubicBezTo>
                  <a:cubicBezTo>
                    <a:pt x="50" y="4827"/>
                    <a:pt x="32" y="4841"/>
                    <a:pt x="11" y="4855"/>
                  </a:cubicBezTo>
                  <a:cubicBezTo>
                    <a:pt x="4" y="4855"/>
                    <a:pt x="1" y="4862"/>
                    <a:pt x="1" y="4865"/>
                  </a:cubicBezTo>
                  <a:cubicBezTo>
                    <a:pt x="1" y="4872"/>
                    <a:pt x="1" y="4876"/>
                    <a:pt x="4" y="4883"/>
                  </a:cubicBezTo>
                  <a:lnTo>
                    <a:pt x="99" y="5006"/>
                  </a:lnTo>
                  <a:cubicBezTo>
                    <a:pt x="322" y="5298"/>
                    <a:pt x="576" y="5451"/>
                    <a:pt x="817" y="5451"/>
                  </a:cubicBezTo>
                  <a:cubicBezTo>
                    <a:pt x="942" y="5451"/>
                    <a:pt x="1063" y="5410"/>
                    <a:pt x="1175" y="5326"/>
                  </a:cubicBezTo>
                  <a:lnTo>
                    <a:pt x="5846" y="1762"/>
                  </a:lnTo>
                  <a:cubicBezTo>
                    <a:pt x="6201" y="1491"/>
                    <a:pt x="6243" y="946"/>
                    <a:pt x="5941" y="549"/>
                  </a:cubicBezTo>
                  <a:lnTo>
                    <a:pt x="5814" y="381"/>
                  </a:lnTo>
                  <a:cubicBezTo>
                    <a:pt x="5624" y="133"/>
                    <a:pt x="5345" y="1"/>
                    <a:pt x="50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3"/>
            <p:cNvSpPr/>
            <p:nvPr/>
          </p:nvSpPr>
          <p:spPr>
            <a:xfrm>
              <a:off x="4248616" y="4536209"/>
              <a:ext cx="198747" cy="173617"/>
            </a:xfrm>
            <a:custGeom>
              <a:avLst/>
              <a:gdLst/>
              <a:ahLst/>
              <a:cxnLst/>
              <a:rect l="l" t="t" r="r" b="b"/>
              <a:pathLst>
                <a:path w="6327" h="5527" extrusionOk="0">
                  <a:moveTo>
                    <a:pt x="5115" y="78"/>
                  </a:moveTo>
                  <a:cubicBezTo>
                    <a:pt x="5373" y="78"/>
                    <a:pt x="5641" y="205"/>
                    <a:pt x="5820" y="442"/>
                  </a:cubicBezTo>
                  <a:lnTo>
                    <a:pt x="5951" y="611"/>
                  </a:lnTo>
                  <a:cubicBezTo>
                    <a:pt x="6239" y="990"/>
                    <a:pt x="6200" y="1511"/>
                    <a:pt x="5859" y="1771"/>
                  </a:cubicBezTo>
                  <a:lnTo>
                    <a:pt x="1188" y="5331"/>
                  </a:lnTo>
                  <a:cubicBezTo>
                    <a:pt x="1085" y="5409"/>
                    <a:pt x="972" y="5448"/>
                    <a:pt x="855" y="5448"/>
                  </a:cubicBezTo>
                  <a:cubicBezTo>
                    <a:pt x="625" y="5448"/>
                    <a:pt x="380" y="5300"/>
                    <a:pt x="165" y="5018"/>
                  </a:cubicBezTo>
                  <a:lnTo>
                    <a:pt x="85" y="4913"/>
                  </a:lnTo>
                  <a:cubicBezTo>
                    <a:pt x="95" y="4906"/>
                    <a:pt x="106" y="4899"/>
                    <a:pt x="113" y="4888"/>
                  </a:cubicBezTo>
                  <a:lnTo>
                    <a:pt x="197" y="4997"/>
                  </a:lnTo>
                  <a:cubicBezTo>
                    <a:pt x="402" y="5267"/>
                    <a:pt x="629" y="5408"/>
                    <a:pt x="845" y="5408"/>
                  </a:cubicBezTo>
                  <a:cubicBezTo>
                    <a:pt x="955" y="5408"/>
                    <a:pt x="1061" y="5371"/>
                    <a:pt x="1160" y="5296"/>
                  </a:cubicBezTo>
                  <a:lnTo>
                    <a:pt x="5831" y="1732"/>
                  </a:lnTo>
                  <a:cubicBezTo>
                    <a:pt x="6154" y="1486"/>
                    <a:pt x="6197" y="994"/>
                    <a:pt x="5919" y="632"/>
                  </a:cubicBezTo>
                  <a:lnTo>
                    <a:pt x="5792" y="463"/>
                  </a:lnTo>
                  <a:cubicBezTo>
                    <a:pt x="5620" y="241"/>
                    <a:pt x="5368" y="120"/>
                    <a:pt x="5124" y="120"/>
                  </a:cubicBezTo>
                  <a:cubicBezTo>
                    <a:pt x="4975" y="120"/>
                    <a:pt x="4829" y="165"/>
                    <a:pt x="4706" y="259"/>
                  </a:cubicBezTo>
                  <a:lnTo>
                    <a:pt x="1926" y="2375"/>
                  </a:lnTo>
                  <a:cubicBezTo>
                    <a:pt x="1925" y="2376"/>
                    <a:pt x="1924" y="2377"/>
                    <a:pt x="1922" y="2377"/>
                  </a:cubicBezTo>
                  <a:cubicBezTo>
                    <a:pt x="1917" y="2377"/>
                    <a:pt x="1910" y="2373"/>
                    <a:pt x="1905" y="2368"/>
                  </a:cubicBezTo>
                  <a:cubicBezTo>
                    <a:pt x="1902" y="2361"/>
                    <a:pt x="1895" y="2344"/>
                    <a:pt x="1909" y="2333"/>
                  </a:cubicBezTo>
                  <a:lnTo>
                    <a:pt x="4678" y="221"/>
                  </a:lnTo>
                  <a:cubicBezTo>
                    <a:pt x="4806" y="124"/>
                    <a:pt x="4959" y="78"/>
                    <a:pt x="5115" y="78"/>
                  </a:cubicBezTo>
                  <a:close/>
                  <a:moveTo>
                    <a:pt x="5115" y="1"/>
                  </a:moveTo>
                  <a:cubicBezTo>
                    <a:pt x="4943" y="1"/>
                    <a:pt x="4774" y="53"/>
                    <a:pt x="4633" y="161"/>
                  </a:cubicBezTo>
                  <a:lnTo>
                    <a:pt x="1863" y="2273"/>
                  </a:lnTo>
                  <a:cubicBezTo>
                    <a:pt x="1814" y="2312"/>
                    <a:pt x="1817" y="2372"/>
                    <a:pt x="1845" y="2414"/>
                  </a:cubicBezTo>
                  <a:cubicBezTo>
                    <a:pt x="1866" y="2438"/>
                    <a:pt x="1893" y="2452"/>
                    <a:pt x="1921" y="2452"/>
                  </a:cubicBezTo>
                  <a:cubicBezTo>
                    <a:pt x="1937" y="2452"/>
                    <a:pt x="1953" y="2447"/>
                    <a:pt x="1968" y="2438"/>
                  </a:cubicBezTo>
                  <a:lnTo>
                    <a:pt x="4752" y="319"/>
                  </a:lnTo>
                  <a:cubicBezTo>
                    <a:pt x="4862" y="236"/>
                    <a:pt x="4993" y="196"/>
                    <a:pt x="5127" y="196"/>
                  </a:cubicBezTo>
                  <a:cubicBezTo>
                    <a:pt x="5348" y="196"/>
                    <a:pt x="5577" y="305"/>
                    <a:pt x="5733" y="509"/>
                  </a:cubicBezTo>
                  <a:lnTo>
                    <a:pt x="5859" y="678"/>
                  </a:lnTo>
                  <a:cubicBezTo>
                    <a:pt x="6109" y="1004"/>
                    <a:pt x="6077" y="1451"/>
                    <a:pt x="5785" y="1672"/>
                  </a:cubicBezTo>
                  <a:lnTo>
                    <a:pt x="1114" y="5236"/>
                  </a:lnTo>
                  <a:cubicBezTo>
                    <a:pt x="1032" y="5299"/>
                    <a:pt x="941" y="5330"/>
                    <a:pt x="847" y="5330"/>
                  </a:cubicBezTo>
                  <a:cubicBezTo>
                    <a:pt x="654" y="5330"/>
                    <a:pt x="446" y="5200"/>
                    <a:pt x="257" y="4951"/>
                  </a:cubicBezTo>
                  <a:lnTo>
                    <a:pt x="158" y="4825"/>
                  </a:lnTo>
                  <a:cubicBezTo>
                    <a:pt x="148" y="4811"/>
                    <a:pt x="134" y="4800"/>
                    <a:pt x="116" y="4800"/>
                  </a:cubicBezTo>
                  <a:cubicBezTo>
                    <a:pt x="99" y="4804"/>
                    <a:pt x="81" y="4811"/>
                    <a:pt x="70" y="4825"/>
                  </a:cubicBezTo>
                  <a:cubicBezTo>
                    <a:pt x="60" y="4839"/>
                    <a:pt x="46" y="4850"/>
                    <a:pt x="28" y="4860"/>
                  </a:cubicBezTo>
                  <a:cubicBezTo>
                    <a:pt x="14" y="4867"/>
                    <a:pt x="4" y="4881"/>
                    <a:pt x="4" y="4899"/>
                  </a:cubicBezTo>
                  <a:cubicBezTo>
                    <a:pt x="0" y="4913"/>
                    <a:pt x="4" y="4930"/>
                    <a:pt x="14" y="4941"/>
                  </a:cubicBezTo>
                  <a:lnTo>
                    <a:pt x="106" y="5064"/>
                  </a:lnTo>
                  <a:cubicBezTo>
                    <a:pt x="338" y="5367"/>
                    <a:pt x="603" y="5527"/>
                    <a:pt x="854" y="5527"/>
                  </a:cubicBezTo>
                  <a:cubicBezTo>
                    <a:pt x="987" y="5527"/>
                    <a:pt x="1116" y="5482"/>
                    <a:pt x="1234" y="5391"/>
                  </a:cubicBezTo>
                  <a:lnTo>
                    <a:pt x="5905" y="1830"/>
                  </a:lnTo>
                  <a:cubicBezTo>
                    <a:pt x="6277" y="1546"/>
                    <a:pt x="6327" y="976"/>
                    <a:pt x="6010" y="565"/>
                  </a:cubicBezTo>
                  <a:lnTo>
                    <a:pt x="5880" y="396"/>
                  </a:lnTo>
                  <a:cubicBezTo>
                    <a:pt x="5686" y="139"/>
                    <a:pt x="5396" y="1"/>
                    <a:pt x="51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4" name="Google Shape;564;p13"/>
          <p:cNvSpPr txBox="1">
            <a:spLocks noGrp="1"/>
          </p:cNvSpPr>
          <p:nvPr>
            <p:ph type="title" idx="21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8"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5"/>
          <p:cNvSpPr/>
          <p:nvPr/>
        </p:nvSpPr>
        <p:spPr>
          <a:xfrm rot="-1940348" flipH="1">
            <a:off x="-1707199" y="-546521"/>
            <a:ext cx="8520727" cy="6438185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15"/>
          <p:cNvSpPr txBox="1">
            <a:spLocks noGrp="1"/>
          </p:cNvSpPr>
          <p:nvPr>
            <p:ph type="title"/>
          </p:nvPr>
        </p:nvSpPr>
        <p:spPr>
          <a:xfrm>
            <a:off x="1062138" y="3110400"/>
            <a:ext cx="4031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6" name="Google Shape;656;p15"/>
          <p:cNvSpPr txBox="1">
            <a:spLocks noGrp="1"/>
          </p:cNvSpPr>
          <p:nvPr>
            <p:ph type="subTitle" idx="1"/>
          </p:nvPr>
        </p:nvSpPr>
        <p:spPr>
          <a:xfrm>
            <a:off x="1062188" y="1542900"/>
            <a:ext cx="4031700" cy="156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657" name="Google Shape;657;p15"/>
          <p:cNvGrpSpPr/>
          <p:nvPr/>
        </p:nvGrpSpPr>
        <p:grpSpPr>
          <a:xfrm>
            <a:off x="8008689" y="4771270"/>
            <a:ext cx="664863" cy="242001"/>
            <a:chOff x="39136" y="2725298"/>
            <a:chExt cx="284738" cy="103636"/>
          </a:xfrm>
        </p:grpSpPr>
        <p:sp>
          <p:nvSpPr>
            <p:cNvPr id="658" name="Google Shape;658;p15"/>
            <p:cNvSpPr/>
            <p:nvPr/>
          </p:nvSpPr>
          <p:spPr>
            <a:xfrm>
              <a:off x="43870" y="2742594"/>
              <a:ext cx="259911" cy="80208"/>
            </a:xfrm>
            <a:custGeom>
              <a:avLst/>
              <a:gdLst/>
              <a:ahLst/>
              <a:cxnLst/>
              <a:rect l="l" t="t" r="r" b="b"/>
              <a:pathLst>
                <a:path w="9663" h="2982" extrusionOk="0">
                  <a:moveTo>
                    <a:pt x="1898" y="1"/>
                  </a:moveTo>
                  <a:cubicBezTo>
                    <a:pt x="1754" y="29"/>
                    <a:pt x="1" y="1519"/>
                    <a:pt x="1" y="1519"/>
                  </a:cubicBezTo>
                  <a:cubicBezTo>
                    <a:pt x="1" y="1519"/>
                    <a:pt x="114" y="2982"/>
                    <a:pt x="171" y="2982"/>
                  </a:cubicBezTo>
                  <a:cubicBezTo>
                    <a:pt x="173" y="2982"/>
                    <a:pt x="175" y="2980"/>
                    <a:pt x="176" y="2978"/>
                  </a:cubicBezTo>
                  <a:cubicBezTo>
                    <a:pt x="236" y="2890"/>
                    <a:pt x="9139" y="2862"/>
                    <a:pt x="9139" y="2774"/>
                  </a:cubicBezTo>
                  <a:cubicBezTo>
                    <a:pt x="9139" y="2686"/>
                    <a:pt x="9662" y="1723"/>
                    <a:pt x="9662" y="1723"/>
                  </a:cubicBezTo>
                  <a:lnTo>
                    <a:pt x="9430" y="468"/>
                  </a:lnTo>
                  <a:lnTo>
                    <a:pt x="18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5"/>
            <p:cNvSpPr/>
            <p:nvPr/>
          </p:nvSpPr>
          <p:spPr>
            <a:xfrm>
              <a:off x="63533" y="2725298"/>
              <a:ext cx="260341" cy="103636"/>
            </a:xfrm>
            <a:custGeom>
              <a:avLst/>
              <a:gdLst/>
              <a:ahLst/>
              <a:cxnLst/>
              <a:rect l="l" t="t" r="r" b="b"/>
              <a:pathLst>
                <a:path w="9679" h="3853" extrusionOk="0">
                  <a:moveTo>
                    <a:pt x="1701" y="0"/>
                  </a:moveTo>
                  <a:cubicBezTo>
                    <a:pt x="1143" y="0"/>
                    <a:pt x="781" y="8"/>
                    <a:pt x="760" y="29"/>
                  </a:cubicBezTo>
                  <a:cubicBezTo>
                    <a:pt x="672" y="120"/>
                    <a:pt x="1" y="1052"/>
                    <a:pt x="1" y="1052"/>
                  </a:cubicBezTo>
                  <a:lnTo>
                    <a:pt x="1023" y="1052"/>
                  </a:lnTo>
                  <a:lnTo>
                    <a:pt x="1" y="1958"/>
                  </a:lnTo>
                  <a:cubicBezTo>
                    <a:pt x="1" y="1958"/>
                    <a:pt x="5963" y="1470"/>
                    <a:pt x="7806" y="1470"/>
                  </a:cubicBezTo>
                  <a:cubicBezTo>
                    <a:pt x="8078" y="1470"/>
                    <a:pt x="8260" y="1481"/>
                    <a:pt x="8320" y="1505"/>
                  </a:cubicBezTo>
                  <a:cubicBezTo>
                    <a:pt x="8787" y="1695"/>
                    <a:pt x="9019" y="3301"/>
                    <a:pt x="7940" y="3389"/>
                  </a:cubicBezTo>
                  <a:lnTo>
                    <a:pt x="1" y="3593"/>
                  </a:lnTo>
                  <a:lnTo>
                    <a:pt x="1" y="3853"/>
                  </a:lnTo>
                  <a:lnTo>
                    <a:pt x="8320" y="3649"/>
                  </a:lnTo>
                  <a:cubicBezTo>
                    <a:pt x="8320" y="3649"/>
                    <a:pt x="8335" y="3656"/>
                    <a:pt x="8363" y="3656"/>
                  </a:cubicBezTo>
                  <a:cubicBezTo>
                    <a:pt x="8508" y="3656"/>
                    <a:pt x="8984" y="3481"/>
                    <a:pt x="9399" y="1336"/>
                  </a:cubicBezTo>
                  <a:cubicBezTo>
                    <a:pt x="9399" y="1336"/>
                    <a:pt x="9678" y="31"/>
                    <a:pt x="8350" y="31"/>
                  </a:cubicBezTo>
                  <a:cubicBezTo>
                    <a:pt x="8321" y="31"/>
                    <a:pt x="8291" y="31"/>
                    <a:pt x="8260" y="32"/>
                  </a:cubicBezTo>
                  <a:cubicBezTo>
                    <a:pt x="8019" y="42"/>
                    <a:pt x="7649" y="46"/>
                    <a:pt x="7199" y="46"/>
                  </a:cubicBezTo>
                  <a:cubicBezTo>
                    <a:pt x="5622" y="46"/>
                    <a:pt x="3071" y="0"/>
                    <a:pt x="17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5"/>
            <p:cNvSpPr/>
            <p:nvPr/>
          </p:nvSpPr>
          <p:spPr>
            <a:xfrm>
              <a:off x="39136" y="2778718"/>
              <a:ext cx="246677" cy="15735"/>
            </a:xfrm>
            <a:custGeom>
              <a:avLst/>
              <a:gdLst/>
              <a:ahLst/>
              <a:cxnLst/>
              <a:rect l="l" t="t" r="r" b="b"/>
              <a:pathLst>
                <a:path w="9171" h="585" extrusionOk="0">
                  <a:moveTo>
                    <a:pt x="9083" y="1"/>
                  </a:moveTo>
                  <a:cubicBezTo>
                    <a:pt x="9081" y="1"/>
                    <a:pt x="9080" y="1"/>
                    <a:pt x="9079" y="1"/>
                  </a:cubicBezTo>
                  <a:cubicBezTo>
                    <a:pt x="7909" y="74"/>
                    <a:pt x="6738" y="103"/>
                    <a:pt x="5565" y="138"/>
                  </a:cubicBezTo>
                  <a:cubicBezTo>
                    <a:pt x="4401" y="166"/>
                    <a:pt x="3234" y="197"/>
                    <a:pt x="2071" y="271"/>
                  </a:cubicBezTo>
                  <a:cubicBezTo>
                    <a:pt x="1410" y="313"/>
                    <a:pt x="749" y="366"/>
                    <a:pt x="89" y="443"/>
                  </a:cubicBezTo>
                  <a:cubicBezTo>
                    <a:pt x="3" y="454"/>
                    <a:pt x="1" y="584"/>
                    <a:pt x="82" y="584"/>
                  </a:cubicBezTo>
                  <a:cubicBezTo>
                    <a:pt x="84" y="584"/>
                    <a:pt x="86" y="584"/>
                    <a:pt x="89" y="584"/>
                  </a:cubicBezTo>
                  <a:cubicBezTo>
                    <a:pt x="1252" y="450"/>
                    <a:pt x="2422" y="380"/>
                    <a:pt x="3593" y="338"/>
                  </a:cubicBezTo>
                  <a:cubicBezTo>
                    <a:pt x="4760" y="292"/>
                    <a:pt x="5923" y="271"/>
                    <a:pt x="7090" y="233"/>
                  </a:cubicBezTo>
                  <a:cubicBezTo>
                    <a:pt x="7754" y="211"/>
                    <a:pt x="8418" y="183"/>
                    <a:pt x="9079" y="141"/>
                  </a:cubicBezTo>
                  <a:cubicBezTo>
                    <a:pt x="9169" y="138"/>
                    <a:pt x="9171" y="1"/>
                    <a:pt x="90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5"/>
            <p:cNvSpPr/>
            <p:nvPr/>
          </p:nvSpPr>
          <p:spPr>
            <a:xfrm>
              <a:off x="40750" y="2794023"/>
              <a:ext cx="112324" cy="10356"/>
            </a:xfrm>
            <a:custGeom>
              <a:avLst/>
              <a:gdLst/>
              <a:ahLst/>
              <a:cxnLst/>
              <a:rect l="l" t="t" r="r" b="b"/>
              <a:pathLst>
                <a:path w="4176" h="385" extrusionOk="0">
                  <a:moveTo>
                    <a:pt x="4088" y="1"/>
                  </a:moveTo>
                  <a:cubicBezTo>
                    <a:pt x="4087" y="1"/>
                    <a:pt x="4086" y="1"/>
                    <a:pt x="4085" y="1"/>
                  </a:cubicBezTo>
                  <a:lnTo>
                    <a:pt x="92" y="243"/>
                  </a:lnTo>
                  <a:cubicBezTo>
                    <a:pt x="6" y="250"/>
                    <a:pt x="1" y="384"/>
                    <a:pt x="85" y="384"/>
                  </a:cubicBezTo>
                  <a:cubicBezTo>
                    <a:pt x="88" y="384"/>
                    <a:pt x="90" y="384"/>
                    <a:pt x="92" y="384"/>
                  </a:cubicBezTo>
                  <a:lnTo>
                    <a:pt x="4085" y="142"/>
                  </a:lnTo>
                  <a:cubicBezTo>
                    <a:pt x="4175" y="138"/>
                    <a:pt x="4176" y="1"/>
                    <a:pt x="4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5"/>
            <p:cNvSpPr/>
            <p:nvPr/>
          </p:nvSpPr>
          <p:spPr>
            <a:xfrm>
              <a:off x="158727" y="2791387"/>
              <a:ext cx="137581" cy="6644"/>
            </a:xfrm>
            <a:custGeom>
              <a:avLst/>
              <a:gdLst/>
              <a:ahLst/>
              <a:cxnLst/>
              <a:rect l="l" t="t" r="r" b="b"/>
              <a:pathLst>
                <a:path w="5115" h="247" extrusionOk="0">
                  <a:moveTo>
                    <a:pt x="5027" y="0"/>
                  </a:moveTo>
                  <a:cubicBezTo>
                    <a:pt x="5026" y="0"/>
                    <a:pt x="5024" y="1"/>
                    <a:pt x="5023" y="1"/>
                  </a:cubicBezTo>
                  <a:cubicBezTo>
                    <a:pt x="3740" y="25"/>
                    <a:pt x="2458" y="53"/>
                    <a:pt x="1175" y="81"/>
                  </a:cubicBezTo>
                  <a:cubicBezTo>
                    <a:pt x="813" y="88"/>
                    <a:pt x="454" y="95"/>
                    <a:pt x="92" y="106"/>
                  </a:cubicBezTo>
                  <a:cubicBezTo>
                    <a:pt x="1" y="106"/>
                    <a:pt x="1" y="247"/>
                    <a:pt x="92" y="247"/>
                  </a:cubicBezTo>
                  <a:cubicBezTo>
                    <a:pt x="1375" y="218"/>
                    <a:pt x="2658" y="190"/>
                    <a:pt x="3937" y="162"/>
                  </a:cubicBezTo>
                  <a:cubicBezTo>
                    <a:pt x="4299" y="155"/>
                    <a:pt x="4661" y="148"/>
                    <a:pt x="5023" y="138"/>
                  </a:cubicBezTo>
                  <a:cubicBezTo>
                    <a:pt x="5110" y="138"/>
                    <a:pt x="5115" y="0"/>
                    <a:pt x="50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5"/>
            <p:cNvSpPr/>
            <p:nvPr/>
          </p:nvSpPr>
          <p:spPr>
            <a:xfrm>
              <a:off x="46614" y="2803196"/>
              <a:ext cx="197992" cy="12991"/>
            </a:xfrm>
            <a:custGeom>
              <a:avLst/>
              <a:gdLst/>
              <a:ahLst/>
              <a:cxnLst/>
              <a:rect l="l" t="t" r="r" b="b"/>
              <a:pathLst>
                <a:path w="7361" h="483" extrusionOk="0">
                  <a:moveTo>
                    <a:pt x="7276" y="1"/>
                  </a:moveTo>
                  <a:cubicBezTo>
                    <a:pt x="7274" y="1"/>
                    <a:pt x="7273" y="1"/>
                    <a:pt x="7272" y="1"/>
                  </a:cubicBezTo>
                  <a:cubicBezTo>
                    <a:pt x="5399" y="78"/>
                    <a:pt x="3529" y="166"/>
                    <a:pt x="1659" y="261"/>
                  </a:cubicBezTo>
                  <a:cubicBezTo>
                    <a:pt x="1136" y="286"/>
                    <a:pt x="616" y="314"/>
                    <a:pt x="92" y="338"/>
                  </a:cubicBezTo>
                  <a:cubicBezTo>
                    <a:pt x="2" y="345"/>
                    <a:pt x="0" y="482"/>
                    <a:pt x="88" y="482"/>
                  </a:cubicBezTo>
                  <a:cubicBezTo>
                    <a:pt x="90" y="482"/>
                    <a:pt x="91" y="482"/>
                    <a:pt x="92" y="482"/>
                  </a:cubicBezTo>
                  <a:cubicBezTo>
                    <a:pt x="1962" y="384"/>
                    <a:pt x="3831" y="293"/>
                    <a:pt x="5701" y="208"/>
                  </a:cubicBezTo>
                  <a:cubicBezTo>
                    <a:pt x="6225" y="187"/>
                    <a:pt x="6749" y="163"/>
                    <a:pt x="7272" y="141"/>
                  </a:cubicBezTo>
                  <a:cubicBezTo>
                    <a:pt x="7359" y="138"/>
                    <a:pt x="7360" y="1"/>
                    <a:pt x="7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256207" y="2802066"/>
              <a:ext cx="29533" cy="4465"/>
            </a:xfrm>
            <a:custGeom>
              <a:avLst/>
              <a:gdLst/>
              <a:ahLst/>
              <a:cxnLst/>
              <a:rect l="l" t="t" r="r" b="b"/>
              <a:pathLst>
                <a:path w="1098" h="166" extrusionOk="0">
                  <a:moveTo>
                    <a:pt x="1009" y="1"/>
                  </a:moveTo>
                  <a:cubicBezTo>
                    <a:pt x="1008" y="1"/>
                    <a:pt x="1007" y="1"/>
                    <a:pt x="1006" y="1"/>
                  </a:cubicBezTo>
                  <a:lnTo>
                    <a:pt x="88" y="25"/>
                  </a:lnTo>
                  <a:cubicBezTo>
                    <a:pt x="2" y="29"/>
                    <a:pt x="1" y="166"/>
                    <a:pt x="85" y="166"/>
                  </a:cubicBezTo>
                  <a:cubicBezTo>
                    <a:pt x="86" y="166"/>
                    <a:pt x="87" y="166"/>
                    <a:pt x="88" y="166"/>
                  </a:cubicBezTo>
                  <a:lnTo>
                    <a:pt x="1006" y="141"/>
                  </a:lnTo>
                  <a:cubicBezTo>
                    <a:pt x="1096" y="138"/>
                    <a:pt x="1097" y="1"/>
                    <a:pt x="10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5"/>
            <p:cNvSpPr/>
            <p:nvPr/>
          </p:nvSpPr>
          <p:spPr>
            <a:xfrm>
              <a:off x="144175" y="2741033"/>
              <a:ext cx="62859" cy="9898"/>
            </a:xfrm>
            <a:custGeom>
              <a:avLst/>
              <a:gdLst/>
              <a:ahLst/>
              <a:cxnLst/>
              <a:rect l="l" t="t" r="r" b="b"/>
              <a:pathLst>
                <a:path w="2337" h="368" extrusionOk="0">
                  <a:moveTo>
                    <a:pt x="1039" y="1"/>
                  </a:moveTo>
                  <a:cubicBezTo>
                    <a:pt x="942" y="1"/>
                    <a:pt x="837" y="37"/>
                    <a:pt x="753" y="59"/>
                  </a:cubicBezTo>
                  <a:cubicBezTo>
                    <a:pt x="644" y="87"/>
                    <a:pt x="535" y="119"/>
                    <a:pt x="426" y="147"/>
                  </a:cubicBezTo>
                  <a:cubicBezTo>
                    <a:pt x="377" y="157"/>
                    <a:pt x="327" y="171"/>
                    <a:pt x="278" y="186"/>
                  </a:cubicBezTo>
                  <a:cubicBezTo>
                    <a:pt x="251" y="193"/>
                    <a:pt x="204" y="212"/>
                    <a:pt x="164" y="220"/>
                  </a:cubicBezTo>
                  <a:lnTo>
                    <a:pt x="164" y="220"/>
                  </a:lnTo>
                  <a:cubicBezTo>
                    <a:pt x="153" y="198"/>
                    <a:pt x="132" y="181"/>
                    <a:pt x="107" y="181"/>
                  </a:cubicBezTo>
                  <a:cubicBezTo>
                    <a:pt x="96" y="181"/>
                    <a:pt x="83" y="185"/>
                    <a:pt x="71" y="193"/>
                  </a:cubicBezTo>
                  <a:cubicBezTo>
                    <a:pt x="15" y="228"/>
                    <a:pt x="1" y="312"/>
                    <a:pt x="64" y="351"/>
                  </a:cubicBezTo>
                  <a:cubicBezTo>
                    <a:pt x="83" y="363"/>
                    <a:pt x="107" y="368"/>
                    <a:pt x="133" y="368"/>
                  </a:cubicBezTo>
                  <a:cubicBezTo>
                    <a:pt x="211" y="368"/>
                    <a:pt x="308" y="324"/>
                    <a:pt x="366" y="309"/>
                  </a:cubicBezTo>
                  <a:cubicBezTo>
                    <a:pt x="486" y="277"/>
                    <a:pt x="605" y="245"/>
                    <a:pt x="725" y="214"/>
                  </a:cubicBezTo>
                  <a:cubicBezTo>
                    <a:pt x="816" y="189"/>
                    <a:pt x="926" y="141"/>
                    <a:pt x="1026" y="141"/>
                  </a:cubicBezTo>
                  <a:cubicBezTo>
                    <a:pt x="1038" y="141"/>
                    <a:pt x="1050" y="142"/>
                    <a:pt x="1062" y="143"/>
                  </a:cubicBezTo>
                  <a:cubicBezTo>
                    <a:pt x="1115" y="150"/>
                    <a:pt x="1129" y="186"/>
                    <a:pt x="1160" y="224"/>
                  </a:cubicBezTo>
                  <a:cubicBezTo>
                    <a:pt x="1189" y="252"/>
                    <a:pt x="1220" y="273"/>
                    <a:pt x="1259" y="284"/>
                  </a:cubicBezTo>
                  <a:cubicBezTo>
                    <a:pt x="1297" y="294"/>
                    <a:pt x="1336" y="297"/>
                    <a:pt x="1377" y="297"/>
                  </a:cubicBezTo>
                  <a:cubicBezTo>
                    <a:pt x="1439" y="297"/>
                    <a:pt x="1502" y="289"/>
                    <a:pt x="1561" y="280"/>
                  </a:cubicBezTo>
                  <a:cubicBezTo>
                    <a:pt x="1696" y="263"/>
                    <a:pt x="1833" y="234"/>
                    <a:pt x="1968" y="234"/>
                  </a:cubicBezTo>
                  <a:cubicBezTo>
                    <a:pt x="2054" y="234"/>
                    <a:pt x="2140" y="246"/>
                    <a:pt x="2225" y="280"/>
                  </a:cubicBezTo>
                  <a:cubicBezTo>
                    <a:pt x="2234" y="284"/>
                    <a:pt x="2242" y="285"/>
                    <a:pt x="2249" y="285"/>
                  </a:cubicBezTo>
                  <a:cubicBezTo>
                    <a:pt x="2313" y="285"/>
                    <a:pt x="2336" y="175"/>
                    <a:pt x="2261" y="143"/>
                  </a:cubicBezTo>
                  <a:cubicBezTo>
                    <a:pt x="2171" y="107"/>
                    <a:pt x="2078" y="94"/>
                    <a:pt x="1984" y="94"/>
                  </a:cubicBezTo>
                  <a:cubicBezTo>
                    <a:pt x="1897" y="94"/>
                    <a:pt x="1809" y="105"/>
                    <a:pt x="1723" y="119"/>
                  </a:cubicBezTo>
                  <a:cubicBezTo>
                    <a:pt x="1624" y="133"/>
                    <a:pt x="1526" y="150"/>
                    <a:pt x="1428" y="154"/>
                  </a:cubicBezTo>
                  <a:cubicBezTo>
                    <a:pt x="1406" y="154"/>
                    <a:pt x="1379" y="157"/>
                    <a:pt x="1352" y="157"/>
                  </a:cubicBezTo>
                  <a:cubicBezTo>
                    <a:pt x="1326" y="157"/>
                    <a:pt x="1299" y="154"/>
                    <a:pt x="1280" y="143"/>
                  </a:cubicBezTo>
                  <a:cubicBezTo>
                    <a:pt x="1248" y="126"/>
                    <a:pt x="1234" y="80"/>
                    <a:pt x="1206" y="55"/>
                  </a:cubicBezTo>
                  <a:cubicBezTo>
                    <a:pt x="1158" y="15"/>
                    <a:pt x="1100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6" name="Google Shape;666;p15"/>
          <p:cNvGrpSpPr/>
          <p:nvPr/>
        </p:nvGrpSpPr>
        <p:grpSpPr>
          <a:xfrm rot="3165632">
            <a:off x="139359" y="3624903"/>
            <a:ext cx="558363" cy="410725"/>
            <a:chOff x="4628174" y="3985391"/>
            <a:chExt cx="443545" cy="326250"/>
          </a:xfrm>
        </p:grpSpPr>
        <p:sp>
          <p:nvSpPr>
            <p:cNvPr id="667" name="Google Shape;667;p15"/>
            <p:cNvSpPr/>
            <p:nvPr/>
          </p:nvSpPr>
          <p:spPr>
            <a:xfrm>
              <a:off x="4903630" y="4136265"/>
              <a:ext cx="142142" cy="103724"/>
            </a:xfrm>
            <a:custGeom>
              <a:avLst/>
              <a:gdLst/>
              <a:ahLst/>
              <a:cxnLst/>
              <a:rect l="l" t="t" r="r" b="b"/>
              <a:pathLst>
                <a:path w="4525" h="3302" extrusionOk="0">
                  <a:moveTo>
                    <a:pt x="214" y="1"/>
                  </a:moveTo>
                  <a:cubicBezTo>
                    <a:pt x="154" y="1"/>
                    <a:pt x="97" y="27"/>
                    <a:pt x="61" y="78"/>
                  </a:cubicBezTo>
                  <a:cubicBezTo>
                    <a:pt x="1" y="159"/>
                    <a:pt x="22" y="279"/>
                    <a:pt x="110" y="342"/>
                  </a:cubicBezTo>
                  <a:lnTo>
                    <a:pt x="4197" y="3266"/>
                  </a:lnTo>
                  <a:cubicBezTo>
                    <a:pt x="4232" y="3290"/>
                    <a:pt x="4272" y="3301"/>
                    <a:pt x="4311" y="3301"/>
                  </a:cubicBezTo>
                  <a:cubicBezTo>
                    <a:pt x="4371" y="3301"/>
                    <a:pt x="4428" y="3275"/>
                    <a:pt x="4464" y="3224"/>
                  </a:cubicBezTo>
                  <a:cubicBezTo>
                    <a:pt x="4524" y="3140"/>
                    <a:pt x="4503" y="3024"/>
                    <a:pt x="4415" y="2960"/>
                  </a:cubicBezTo>
                  <a:lnTo>
                    <a:pt x="328" y="36"/>
                  </a:lnTo>
                  <a:cubicBezTo>
                    <a:pt x="293" y="12"/>
                    <a:pt x="253" y="1"/>
                    <a:pt x="2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5"/>
            <p:cNvSpPr/>
            <p:nvPr/>
          </p:nvSpPr>
          <p:spPr>
            <a:xfrm>
              <a:off x="4993627" y="4238670"/>
              <a:ext cx="78091" cy="72971"/>
            </a:xfrm>
            <a:custGeom>
              <a:avLst/>
              <a:gdLst/>
              <a:ahLst/>
              <a:cxnLst/>
              <a:rect l="l" t="t" r="r" b="b"/>
              <a:pathLst>
                <a:path w="2486" h="2323" extrusionOk="0">
                  <a:moveTo>
                    <a:pt x="971" y="0"/>
                  </a:moveTo>
                  <a:cubicBezTo>
                    <a:pt x="877" y="0"/>
                    <a:pt x="783" y="43"/>
                    <a:pt x="724" y="126"/>
                  </a:cubicBezTo>
                  <a:lnTo>
                    <a:pt x="95" y="1008"/>
                  </a:lnTo>
                  <a:cubicBezTo>
                    <a:pt x="0" y="1145"/>
                    <a:pt x="32" y="1335"/>
                    <a:pt x="169" y="1433"/>
                  </a:cubicBezTo>
                  <a:lnTo>
                    <a:pt x="1332" y="2263"/>
                  </a:lnTo>
                  <a:cubicBezTo>
                    <a:pt x="1387" y="2303"/>
                    <a:pt x="1450" y="2323"/>
                    <a:pt x="1513" y="2323"/>
                  </a:cubicBezTo>
                  <a:cubicBezTo>
                    <a:pt x="1608" y="2323"/>
                    <a:pt x="1701" y="2278"/>
                    <a:pt x="1758" y="2196"/>
                  </a:cubicBezTo>
                  <a:lnTo>
                    <a:pt x="2387" y="1314"/>
                  </a:lnTo>
                  <a:cubicBezTo>
                    <a:pt x="2485" y="1180"/>
                    <a:pt x="2454" y="987"/>
                    <a:pt x="2316" y="888"/>
                  </a:cubicBezTo>
                  <a:lnTo>
                    <a:pt x="1153" y="59"/>
                  </a:lnTo>
                  <a:cubicBezTo>
                    <a:pt x="1098" y="20"/>
                    <a:pt x="1034" y="0"/>
                    <a:pt x="9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5"/>
            <p:cNvSpPr/>
            <p:nvPr/>
          </p:nvSpPr>
          <p:spPr>
            <a:xfrm>
              <a:off x="4694642" y="4020573"/>
              <a:ext cx="349024" cy="274828"/>
            </a:xfrm>
            <a:custGeom>
              <a:avLst/>
              <a:gdLst/>
              <a:ahLst/>
              <a:cxnLst/>
              <a:rect l="l" t="t" r="r" b="b"/>
              <a:pathLst>
                <a:path w="11111" h="8749" extrusionOk="0">
                  <a:moveTo>
                    <a:pt x="1185" y="1"/>
                  </a:moveTo>
                  <a:lnTo>
                    <a:pt x="1" y="1653"/>
                  </a:lnTo>
                  <a:lnTo>
                    <a:pt x="9926" y="8749"/>
                  </a:lnTo>
                  <a:lnTo>
                    <a:pt x="11110" y="7097"/>
                  </a:lnTo>
                  <a:lnTo>
                    <a:pt x="11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5"/>
            <p:cNvSpPr/>
            <p:nvPr/>
          </p:nvSpPr>
          <p:spPr>
            <a:xfrm>
              <a:off x="4629838" y="3987118"/>
              <a:ext cx="102468" cy="85945"/>
            </a:xfrm>
            <a:custGeom>
              <a:avLst/>
              <a:gdLst/>
              <a:ahLst/>
              <a:cxnLst/>
              <a:rect l="l" t="t" r="r" b="b"/>
              <a:pathLst>
                <a:path w="3262" h="2736" extrusionOk="0">
                  <a:moveTo>
                    <a:pt x="0" y="1"/>
                  </a:moveTo>
                  <a:lnTo>
                    <a:pt x="2078" y="2735"/>
                  </a:lnTo>
                  <a:lnTo>
                    <a:pt x="3262" y="10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5"/>
            <p:cNvSpPr/>
            <p:nvPr/>
          </p:nvSpPr>
          <p:spPr>
            <a:xfrm>
              <a:off x="4983575" y="4226136"/>
              <a:ext cx="47935" cy="61537"/>
            </a:xfrm>
            <a:custGeom>
              <a:avLst/>
              <a:gdLst/>
              <a:ahLst/>
              <a:cxnLst/>
              <a:rect l="l" t="t" r="r" b="b"/>
              <a:pathLst>
                <a:path w="1526" h="1959" extrusionOk="0">
                  <a:moveTo>
                    <a:pt x="1273" y="1"/>
                  </a:moveTo>
                  <a:lnTo>
                    <a:pt x="0" y="1779"/>
                  </a:lnTo>
                  <a:lnTo>
                    <a:pt x="253" y="1959"/>
                  </a:lnTo>
                  <a:lnTo>
                    <a:pt x="1526" y="180"/>
                  </a:lnTo>
                  <a:lnTo>
                    <a:pt x="12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5"/>
            <p:cNvSpPr/>
            <p:nvPr/>
          </p:nvSpPr>
          <p:spPr>
            <a:xfrm>
              <a:off x="4628174" y="3985391"/>
              <a:ext cx="20010" cy="15329"/>
            </a:xfrm>
            <a:custGeom>
              <a:avLst/>
              <a:gdLst/>
              <a:ahLst/>
              <a:cxnLst/>
              <a:rect l="l" t="t" r="r" b="b"/>
              <a:pathLst>
                <a:path w="637" h="488" extrusionOk="0">
                  <a:moveTo>
                    <a:pt x="103" y="0"/>
                  </a:moveTo>
                  <a:cubicBezTo>
                    <a:pt x="74" y="0"/>
                    <a:pt x="46" y="13"/>
                    <a:pt x="29" y="38"/>
                  </a:cubicBezTo>
                  <a:cubicBezTo>
                    <a:pt x="1" y="77"/>
                    <a:pt x="11" y="136"/>
                    <a:pt x="53" y="165"/>
                  </a:cubicBezTo>
                  <a:lnTo>
                    <a:pt x="479" y="470"/>
                  </a:lnTo>
                  <a:cubicBezTo>
                    <a:pt x="496" y="482"/>
                    <a:pt x="515" y="487"/>
                    <a:pt x="534" y="487"/>
                  </a:cubicBezTo>
                  <a:cubicBezTo>
                    <a:pt x="562" y="487"/>
                    <a:pt x="590" y="475"/>
                    <a:pt x="609" y="449"/>
                  </a:cubicBezTo>
                  <a:cubicBezTo>
                    <a:pt x="637" y="411"/>
                    <a:pt x="626" y="354"/>
                    <a:pt x="584" y="323"/>
                  </a:cubicBezTo>
                  <a:lnTo>
                    <a:pt x="159" y="17"/>
                  </a:lnTo>
                  <a:cubicBezTo>
                    <a:pt x="142" y="6"/>
                    <a:pt x="122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15"/>
          <p:cNvGrpSpPr/>
          <p:nvPr/>
        </p:nvGrpSpPr>
        <p:grpSpPr>
          <a:xfrm>
            <a:off x="245311" y="4493163"/>
            <a:ext cx="745989" cy="489565"/>
            <a:chOff x="3192474" y="3800142"/>
            <a:chExt cx="670311" cy="439901"/>
          </a:xfrm>
        </p:grpSpPr>
        <p:sp>
          <p:nvSpPr>
            <p:cNvPr id="674" name="Google Shape;674;p15"/>
            <p:cNvSpPr/>
            <p:nvPr/>
          </p:nvSpPr>
          <p:spPr>
            <a:xfrm>
              <a:off x="3531195" y="3967854"/>
              <a:ext cx="27643" cy="42313"/>
            </a:xfrm>
            <a:custGeom>
              <a:avLst/>
              <a:gdLst/>
              <a:ahLst/>
              <a:cxnLst/>
              <a:rect l="l" t="t" r="r" b="b"/>
              <a:pathLst>
                <a:path w="880" h="1347" extrusionOk="0">
                  <a:moveTo>
                    <a:pt x="704" y="1"/>
                  </a:moveTo>
                  <a:lnTo>
                    <a:pt x="1" y="1248"/>
                  </a:lnTo>
                  <a:lnTo>
                    <a:pt x="177" y="1347"/>
                  </a:lnTo>
                  <a:lnTo>
                    <a:pt x="880" y="99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5"/>
            <p:cNvSpPr/>
            <p:nvPr/>
          </p:nvSpPr>
          <p:spPr>
            <a:xfrm>
              <a:off x="3564869" y="3986732"/>
              <a:ext cx="27517" cy="42313"/>
            </a:xfrm>
            <a:custGeom>
              <a:avLst/>
              <a:gdLst/>
              <a:ahLst/>
              <a:cxnLst/>
              <a:rect l="l" t="t" r="r" b="b"/>
              <a:pathLst>
                <a:path w="876" h="1347" extrusionOk="0">
                  <a:moveTo>
                    <a:pt x="704" y="1"/>
                  </a:moveTo>
                  <a:lnTo>
                    <a:pt x="1" y="1248"/>
                  </a:lnTo>
                  <a:lnTo>
                    <a:pt x="177" y="1347"/>
                  </a:lnTo>
                  <a:lnTo>
                    <a:pt x="876" y="95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5"/>
            <p:cNvSpPr/>
            <p:nvPr/>
          </p:nvSpPr>
          <p:spPr>
            <a:xfrm>
              <a:off x="3598763" y="4005831"/>
              <a:ext cx="27517" cy="42313"/>
            </a:xfrm>
            <a:custGeom>
              <a:avLst/>
              <a:gdLst/>
              <a:ahLst/>
              <a:cxnLst/>
              <a:rect l="l" t="t" r="r" b="b"/>
              <a:pathLst>
                <a:path w="876" h="1347" extrusionOk="0">
                  <a:moveTo>
                    <a:pt x="700" y="1"/>
                  </a:moveTo>
                  <a:lnTo>
                    <a:pt x="1" y="1248"/>
                  </a:lnTo>
                  <a:lnTo>
                    <a:pt x="173" y="1347"/>
                  </a:lnTo>
                  <a:lnTo>
                    <a:pt x="876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5"/>
            <p:cNvSpPr/>
            <p:nvPr/>
          </p:nvSpPr>
          <p:spPr>
            <a:xfrm>
              <a:off x="3632437" y="4024710"/>
              <a:ext cx="27643" cy="42438"/>
            </a:xfrm>
            <a:custGeom>
              <a:avLst/>
              <a:gdLst/>
              <a:ahLst/>
              <a:cxnLst/>
              <a:rect l="l" t="t" r="r" b="b"/>
              <a:pathLst>
                <a:path w="880" h="1351" extrusionOk="0">
                  <a:moveTo>
                    <a:pt x="704" y="1"/>
                  </a:moveTo>
                  <a:lnTo>
                    <a:pt x="1" y="1252"/>
                  </a:lnTo>
                  <a:lnTo>
                    <a:pt x="177" y="1350"/>
                  </a:lnTo>
                  <a:lnTo>
                    <a:pt x="879" y="99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5"/>
            <p:cNvSpPr/>
            <p:nvPr/>
          </p:nvSpPr>
          <p:spPr>
            <a:xfrm>
              <a:off x="3192474" y="3800142"/>
              <a:ext cx="670311" cy="439901"/>
            </a:xfrm>
            <a:custGeom>
              <a:avLst/>
              <a:gdLst/>
              <a:ahLst/>
              <a:cxnLst/>
              <a:rect l="l" t="t" r="r" b="b"/>
              <a:pathLst>
                <a:path w="21339" h="14004" extrusionOk="0">
                  <a:moveTo>
                    <a:pt x="1875" y="0"/>
                  </a:moveTo>
                  <a:cubicBezTo>
                    <a:pt x="1739" y="0"/>
                    <a:pt x="1607" y="70"/>
                    <a:pt x="1537" y="194"/>
                  </a:cubicBezTo>
                  <a:lnTo>
                    <a:pt x="103" y="2746"/>
                  </a:lnTo>
                  <a:cubicBezTo>
                    <a:pt x="1" y="2932"/>
                    <a:pt x="71" y="3171"/>
                    <a:pt x="264" y="3280"/>
                  </a:cubicBezTo>
                  <a:lnTo>
                    <a:pt x="19261" y="13951"/>
                  </a:lnTo>
                  <a:cubicBezTo>
                    <a:pt x="19325" y="13987"/>
                    <a:pt x="19395" y="14004"/>
                    <a:pt x="19463" y="14004"/>
                  </a:cubicBezTo>
                  <a:cubicBezTo>
                    <a:pt x="19601" y="14004"/>
                    <a:pt x="19732" y="13934"/>
                    <a:pt x="19803" y="13810"/>
                  </a:cubicBezTo>
                  <a:lnTo>
                    <a:pt x="21233" y="11255"/>
                  </a:lnTo>
                  <a:cubicBezTo>
                    <a:pt x="21338" y="11072"/>
                    <a:pt x="21265" y="10833"/>
                    <a:pt x="21075" y="10724"/>
                  </a:cubicBezTo>
                  <a:lnTo>
                    <a:pt x="2074" y="53"/>
                  </a:lnTo>
                  <a:cubicBezTo>
                    <a:pt x="2011" y="17"/>
                    <a:pt x="1943" y="0"/>
                    <a:pt x="18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5"/>
            <p:cNvSpPr/>
            <p:nvPr/>
          </p:nvSpPr>
          <p:spPr>
            <a:xfrm>
              <a:off x="3666112" y="4043935"/>
              <a:ext cx="27643" cy="42407"/>
            </a:xfrm>
            <a:custGeom>
              <a:avLst/>
              <a:gdLst/>
              <a:ahLst/>
              <a:cxnLst/>
              <a:rect l="l" t="t" r="r" b="b"/>
              <a:pathLst>
                <a:path w="880" h="1350" extrusionOk="0">
                  <a:moveTo>
                    <a:pt x="704" y="0"/>
                  </a:moveTo>
                  <a:lnTo>
                    <a:pt x="1" y="1251"/>
                  </a:lnTo>
                  <a:lnTo>
                    <a:pt x="177" y="1350"/>
                  </a:lnTo>
                  <a:lnTo>
                    <a:pt x="879" y="99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3699911" y="4062594"/>
              <a:ext cx="27612" cy="42313"/>
            </a:xfrm>
            <a:custGeom>
              <a:avLst/>
              <a:gdLst/>
              <a:ahLst/>
              <a:cxnLst/>
              <a:rect l="l" t="t" r="r" b="b"/>
              <a:pathLst>
                <a:path w="879" h="1347" extrusionOk="0">
                  <a:moveTo>
                    <a:pt x="703" y="0"/>
                  </a:moveTo>
                  <a:lnTo>
                    <a:pt x="0" y="1248"/>
                  </a:lnTo>
                  <a:lnTo>
                    <a:pt x="176" y="1346"/>
                  </a:lnTo>
                  <a:lnTo>
                    <a:pt x="879" y="9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3733680" y="4081473"/>
              <a:ext cx="27643" cy="42407"/>
            </a:xfrm>
            <a:custGeom>
              <a:avLst/>
              <a:gdLst/>
              <a:ahLst/>
              <a:cxnLst/>
              <a:rect l="l" t="t" r="r" b="b"/>
              <a:pathLst>
                <a:path w="880" h="1350" extrusionOk="0">
                  <a:moveTo>
                    <a:pt x="704" y="0"/>
                  </a:moveTo>
                  <a:lnTo>
                    <a:pt x="1" y="1251"/>
                  </a:lnTo>
                  <a:lnTo>
                    <a:pt x="177" y="1350"/>
                  </a:lnTo>
                  <a:lnTo>
                    <a:pt x="879" y="99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3767700" y="4100791"/>
              <a:ext cx="27612" cy="42313"/>
            </a:xfrm>
            <a:custGeom>
              <a:avLst/>
              <a:gdLst/>
              <a:ahLst/>
              <a:cxnLst/>
              <a:rect l="l" t="t" r="r" b="b"/>
              <a:pathLst>
                <a:path w="879" h="1347" extrusionOk="0">
                  <a:moveTo>
                    <a:pt x="703" y="0"/>
                  </a:moveTo>
                  <a:lnTo>
                    <a:pt x="0" y="1248"/>
                  </a:lnTo>
                  <a:lnTo>
                    <a:pt x="176" y="1346"/>
                  </a:lnTo>
                  <a:lnTo>
                    <a:pt x="879" y="95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5"/>
            <p:cNvSpPr/>
            <p:nvPr/>
          </p:nvSpPr>
          <p:spPr>
            <a:xfrm>
              <a:off x="3801374" y="4119544"/>
              <a:ext cx="27517" cy="42438"/>
            </a:xfrm>
            <a:custGeom>
              <a:avLst/>
              <a:gdLst/>
              <a:ahLst/>
              <a:cxnLst/>
              <a:rect l="l" t="t" r="r" b="b"/>
              <a:pathLst>
                <a:path w="876" h="1351" extrusionOk="0">
                  <a:moveTo>
                    <a:pt x="700" y="1"/>
                  </a:moveTo>
                  <a:lnTo>
                    <a:pt x="0" y="1252"/>
                  </a:lnTo>
                  <a:lnTo>
                    <a:pt x="172" y="1350"/>
                  </a:lnTo>
                  <a:lnTo>
                    <a:pt x="875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5"/>
            <p:cNvSpPr/>
            <p:nvPr/>
          </p:nvSpPr>
          <p:spPr>
            <a:xfrm>
              <a:off x="3261047" y="3816477"/>
              <a:ext cx="27643" cy="42344"/>
            </a:xfrm>
            <a:custGeom>
              <a:avLst/>
              <a:gdLst/>
              <a:ahLst/>
              <a:cxnLst/>
              <a:rect l="l" t="t" r="r" b="b"/>
              <a:pathLst>
                <a:path w="880" h="1348" extrusionOk="0">
                  <a:moveTo>
                    <a:pt x="703" y="1"/>
                  </a:moveTo>
                  <a:lnTo>
                    <a:pt x="0" y="1249"/>
                  </a:lnTo>
                  <a:lnTo>
                    <a:pt x="176" y="1347"/>
                  </a:lnTo>
                  <a:lnTo>
                    <a:pt x="879" y="99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>
              <a:off x="3294941" y="3834916"/>
              <a:ext cx="27517" cy="42438"/>
            </a:xfrm>
            <a:custGeom>
              <a:avLst/>
              <a:gdLst/>
              <a:ahLst/>
              <a:cxnLst/>
              <a:rect l="l" t="t" r="r" b="b"/>
              <a:pathLst>
                <a:path w="876" h="1351" extrusionOk="0">
                  <a:moveTo>
                    <a:pt x="700" y="1"/>
                  </a:moveTo>
                  <a:lnTo>
                    <a:pt x="0" y="1252"/>
                  </a:lnTo>
                  <a:lnTo>
                    <a:pt x="173" y="1350"/>
                  </a:lnTo>
                  <a:lnTo>
                    <a:pt x="876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>
              <a:off x="3328396" y="3854235"/>
              <a:ext cx="27643" cy="42438"/>
            </a:xfrm>
            <a:custGeom>
              <a:avLst/>
              <a:gdLst/>
              <a:ahLst/>
              <a:cxnLst/>
              <a:rect l="l" t="t" r="r" b="b"/>
              <a:pathLst>
                <a:path w="880" h="1351" extrusionOk="0">
                  <a:moveTo>
                    <a:pt x="703" y="1"/>
                  </a:moveTo>
                  <a:lnTo>
                    <a:pt x="0" y="1252"/>
                  </a:lnTo>
                  <a:lnTo>
                    <a:pt x="176" y="1351"/>
                  </a:lnTo>
                  <a:lnTo>
                    <a:pt x="879" y="99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>
              <a:off x="3362290" y="3872894"/>
              <a:ext cx="27517" cy="42344"/>
            </a:xfrm>
            <a:custGeom>
              <a:avLst/>
              <a:gdLst/>
              <a:ahLst/>
              <a:cxnLst/>
              <a:rect l="l" t="t" r="r" b="b"/>
              <a:pathLst>
                <a:path w="876" h="1348" extrusionOk="0">
                  <a:moveTo>
                    <a:pt x="700" y="1"/>
                  </a:moveTo>
                  <a:lnTo>
                    <a:pt x="0" y="1249"/>
                  </a:lnTo>
                  <a:lnTo>
                    <a:pt x="173" y="1347"/>
                  </a:lnTo>
                  <a:lnTo>
                    <a:pt x="876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>
              <a:off x="3396058" y="3891992"/>
              <a:ext cx="27643" cy="42438"/>
            </a:xfrm>
            <a:custGeom>
              <a:avLst/>
              <a:gdLst/>
              <a:ahLst/>
              <a:cxnLst/>
              <a:rect l="l" t="t" r="r" b="b"/>
              <a:pathLst>
                <a:path w="880" h="1351" extrusionOk="0">
                  <a:moveTo>
                    <a:pt x="704" y="1"/>
                  </a:moveTo>
                  <a:lnTo>
                    <a:pt x="1" y="1252"/>
                  </a:lnTo>
                  <a:lnTo>
                    <a:pt x="177" y="1351"/>
                  </a:lnTo>
                  <a:lnTo>
                    <a:pt x="880" y="99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>
              <a:off x="3429952" y="3910997"/>
              <a:ext cx="27643" cy="42313"/>
            </a:xfrm>
            <a:custGeom>
              <a:avLst/>
              <a:gdLst/>
              <a:ahLst/>
              <a:cxnLst/>
              <a:rect l="l" t="t" r="r" b="b"/>
              <a:pathLst>
                <a:path w="880" h="1347" extrusionOk="0">
                  <a:moveTo>
                    <a:pt x="704" y="0"/>
                  </a:moveTo>
                  <a:lnTo>
                    <a:pt x="1" y="1248"/>
                  </a:lnTo>
                  <a:lnTo>
                    <a:pt x="177" y="1347"/>
                  </a:lnTo>
                  <a:lnTo>
                    <a:pt x="880" y="99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5"/>
            <p:cNvSpPr/>
            <p:nvPr/>
          </p:nvSpPr>
          <p:spPr>
            <a:xfrm>
              <a:off x="3463752" y="3930096"/>
              <a:ext cx="27643" cy="42313"/>
            </a:xfrm>
            <a:custGeom>
              <a:avLst/>
              <a:gdLst/>
              <a:ahLst/>
              <a:cxnLst/>
              <a:rect l="l" t="t" r="r" b="b"/>
              <a:pathLst>
                <a:path w="880" h="1347" extrusionOk="0">
                  <a:moveTo>
                    <a:pt x="703" y="1"/>
                  </a:moveTo>
                  <a:lnTo>
                    <a:pt x="0" y="1248"/>
                  </a:lnTo>
                  <a:lnTo>
                    <a:pt x="176" y="1347"/>
                  </a:lnTo>
                  <a:lnTo>
                    <a:pt x="879" y="99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5"/>
            <p:cNvSpPr/>
            <p:nvPr/>
          </p:nvSpPr>
          <p:spPr>
            <a:xfrm>
              <a:off x="3497426" y="3949194"/>
              <a:ext cx="27517" cy="42438"/>
            </a:xfrm>
            <a:custGeom>
              <a:avLst/>
              <a:gdLst/>
              <a:ahLst/>
              <a:cxnLst/>
              <a:rect l="l" t="t" r="r" b="b"/>
              <a:pathLst>
                <a:path w="876" h="1351" extrusionOk="0">
                  <a:moveTo>
                    <a:pt x="700" y="1"/>
                  </a:moveTo>
                  <a:lnTo>
                    <a:pt x="0" y="1252"/>
                  </a:lnTo>
                  <a:lnTo>
                    <a:pt x="173" y="1350"/>
                  </a:lnTo>
                  <a:lnTo>
                    <a:pt x="875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3557142" y="3978000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8" y="1"/>
                  </a:moveTo>
                  <a:lnTo>
                    <a:pt x="1" y="809"/>
                  </a:lnTo>
                  <a:lnTo>
                    <a:pt x="110" y="873"/>
                  </a:lnTo>
                  <a:lnTo>
                    <a:pt x="563" y="61"/>
                  </a:lnTo>
                  <a:lnTo>
                    <a:pt x="4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3590941" y="3997004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0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5"/>
            <p:cNvSpPr/>
            <p:nvPr/>
          </p:nvSpPr>
          <p:spPr>
            <a:xfrm>
              <a:off x="3624490" y="4015883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4" y="0"/>
                  </a:moveTo>
                  <a:lnTo>
                    <a:pt x="1" y="809"/>
                  </a:lnTo>
                  <a:lnTo>
                    <a:pt x="110" y="872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3658510" y="4034982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0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3692184" y="4053735"/>
              <a:ext cx="17685" cy="27423"/>
            </a:xfrm>
            <a:custGeom>
              <a:avLst/>
              <a:gdLst/>
              <a:ahLst/>
              <a:cxnLst/>
              <a:rect l="l" t="t" r="r" b="b"/>
              <a:pathLst>
                <a:path w="563" h="873" extrusionOk="0">
                  <a:moveTo>
                    <a:pt x="454" y="1"/>
                  </a:moveTo>
                  <a:lnTo>
                    <a:pt x="0" y="813"/>
                  </a:lnTo>
                  <a:lnTo>
                    <a:pt x="109" y="873"/>
                  </a:lnTo>
                  <a:lnTo>
                    <a:pt x="563" y="64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3725732" y="4072646"/>
              <a:ext cx="17717" cy="27297"/>
            </a:xfrm>
            <a:custGeom>
              <a:avLst/>
              <a:gdLst/>
              <a:ahLst/>
              <a:cxnLst/>
              <a:rect l="l" t="t" r="r" b="b"/>
              <a:pathLst>
                <a:path w="564" h="869" extrusionOk="0">
                  <a:moveTo>
                    <a:pt x="454" y="0"/>
                  </a:moveTo>
                  <a:lnTo>
                    <a:pt x="1" y="808"/>
                  </a:lnTo>
                  <a:lnTo>
                    <a:pt x="110" y="868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3759752" y="4091964"/>
              <a:ext cx="17811" cy="27297"/>
            </a:xfrm>
            <a:custGeom>
              <a:avLst/>
              <a:gdLst/>
              <a:ahLst/>
              <a:cxnLst/>
              <a:rect l="l" t="t" r="r" b="b"/>
              <a:pathLst>
                <a:path w="567" h="869" extrusionOk="0">
                  <a:moveTo>
                    <a:pt x="457" y="0"/>
                  </a:moveTo>
                  <a:lnTo>
                    <a:pt x="0" y="808"/>
                  </a:lnTo>
                  <a:lnTo>
                    <a:pt x="109" y="868"/>
                  </a:lnTo>
                  <a:lnTo>
                    <a:pt x="566" y="6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3793301" y="4110498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4" y="1"/>
                  </a:moveTo>
                  <a:lnTo>
                    <a:pt x="1" y="812"/>
                  </a:lnTo>
                  <a:lnTo>
                    <a:pt x="110" y="872"/>
                  </a:lnTo>
                  <a:lnTo>
                    <a:pt x="563" y="60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3286649" y="3826529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8" y="1"/>
                  </a:moveTo>
                  <a:lnTo>
                    <a:pt x="1" y="809"/>
                  </a:lnTo>
                  <a:lnTo>
                    <a:pt x="110" y="872"/>
                  </a:lnTo>
                  <a:lnTo>
                    <a:pt x="563" y="60"/>
                  </a:lnTo>
                  <a:lnTo>
                    <a:pt x="4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3320543" y="3845188"/>
              <a:ext cx="17717" cy="27297"/>
            </a:xfrm>
            <a:custGeom>
              <a:avLst/>
              <a:gdLst/>
              <a:ahLst/>
              <a:cxnLst/>
              <a:rect l="l" t="t" r="r" b="b"/>
              <a:pathLst>
                <a:path w="564" h="869" extrusionOk="0">
                  <a:moveTo>
                    <a:pt x="458" y="1"/>
                  </a:moveTo>
                  <a:lnTo>
                    <a:pt x="1" y="809"/>
                  </a:lnTo>
                  <a:lnTo>
                    <a:pt x="110" y="869"/>
                  </a:lnTo>
                  <a:lnTo>
                    <a:pt x="563" y="60"/>
                  </a:lnTo>
                  <a:lnTo>
                    <a:pt x="4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5"/>
            <p:cNvSpPr/>
            <p:nvPr/>
          </p:nvSpPr>
          <p:spPr>
            <a:xfrm>
              <a:off x="3354217" y="3864192"/>
              <a:ext cx="17811" cy="27392"/>
            </a:xfrm>
            <a:custGeom>
              <a:avLst/>
              <a:gdLst/>
              <a:ahLst/>
              <a:cxnLst/>
              <a:rect l="l" t="t" r="r" b="b"/>
              <a:pathLst>
                <a:path w="567" h="872" extrusionOk="0">
                  <a:moveTo>
                    <a:pt x="458" y="0"/>
                  </a:moveTo>
                  <a:lnTo>
                    <a:pt x="1" y="809"/>
                  </a:lnTo>
                  <a:lnTo>
                    <a:pt x="110" y="872"/>
                  </a:lnTo>
                  <a:lnTo>
                    <a:pt x="567" y="6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5"/>
            <p:cNvSpPr/>
            <p:nvPr/>
          </p:nvSpPr>
          <p:spPr>
            <a:xfrm>
              <a:off x="3388017" y="3883385"/>
              <a:ext cx="17685" cy="27423"/>
            </a:xfrm>
            <a:custGeom>
              <a:avLst/>
              <a:gdLst/>
              <a:ahLst/>
              <a:cxnLst/>
              <a:rect l="l" t="t" r="r" b="b"/>
              <a:pathLst>
                <a:path w="563" h="873" extrusionOk="0">
                  <a:moveTo>
                    <a:pt x="457" y="1"/>
                  </a:moveTo>
                  <a:lnTo>
                    <a:pt x="0" y="809"/>
                  </a:lnTo>
                  <a:lnTo>
                    <a:pt x="109" y="872"/>
                  </a:lnTo>
                  <a:lnTo>
                    <a:pt x="563" y="61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3421911" y="3902044"/>
              <a:ext cx="17685" cy="27423"/>
            </a:xfrm>
            <a:custGeom>
              <a:avLst/>
              <a:gdLst/>
              <a:ahLst/>
              <a:cxnLst/>
              <a:rect l="l" t="t" r="r" b="b"/>
              <a:pathLst>
                <a:path w="563" h="873" extrusionOk="0">
                  <a:moveTo>
                    <a:pt x="454" y="1"/>
                  </a:moveTo>
                  <a:lnTo>
                    <a:pt x="0" y="813"/>
                  </a:lnTo>
                  <a:lnTo>
                    <a:pt x="106" y="872"/>
                  </a:lnTo>
                  <a:lnTo>
                    <a:pt x="563" y="64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3455585" y="3921363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1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1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3489573" y="3939928"/>
              <a:ext cx="17717" cy="27297"/>
            </a:xfrm>
            <a:custGeom>
              <a:avLst/>
              <a:gdLst/>
              <a:ahLst/>
              <a:cxnLst/>
              <a:rect l="l" t="t" r="r" b="b"/>
              <a:pathLst>
                <a:path w="564" h="869" extrusionOk="0">
                  <a:moveTo>
                    <a:pt x="458" y="0"/>
                  </a:moveTo>
                  <a:lnTo>
                    <a:pt x="1" y="809"/>
                  </a:lnTo>
                  <a:lnTo>
                    <a:pt x="110" y="868"/>
                  </a:lnTo>
                  <a:lnTo>
                    <a:pt x="563" y="6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5"/>
            <p:cNvSpPr/>
            <p:nvPr/>
          </p:nvSpPr>
          <p:spPr>
            <a:xfrm>
              <a:off x="3523153" y="3959246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0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8" name="Google Shape;708;p15"/>
          <p:cNvGrpSpPr/>
          <p:nvPr/>
        </p:nvGrpSpPr>
        <p:grpSpPr>
          <a:xfrm rot="252700">
            <a:off x="8601023" y="3962636"/>
            <a:ext cx="330558" cy="647555"/>
            <a:chOff x="7985008" y="2151317"/>
            <a:chExt cx="96566" cy="189148"/>
          </a:xfrm>
        </p:grpSpPr>
        <p:sp>
          <p:nvSpPr>
            <p:cNvPr id="709" name="Google Shape;709;p15"/>
            <p:cNvSpPr/>
            <p:nvPr/>
          </p:nvSpPr>
          <p:spPr>
            <a:xfrm>
              <a:off x="7985008" y="2242311"/>
              <a:ext cx="79102" cy="98154"/>
            </a:xfrm>
            <a:custGeom>
              <a:avLst/>
              <a:gdLst/>
              <a:ahLst/>
              <a:cxnLst/>
              <a:rect l="l" t="t" r="r" b="b"/>
              <a:pathLst>
                <a:path w="3990" h="4951" extrusionOk="0">
                  <a:moveTo>
                    <a:pt x="2062" y="1"/>
                  </a:moveTo>
                  <a:cubicBezTo>
                    <a:pt x="1471" y="1"/>
                    <a:pt x="771" y="58"/>
                    <a:pt x="0" y="230"/>
                  </a:cubicBezTo>
                  <a:lnTo>
                    <a:pt x="415" y="4951"/>
                  </a:lnTo>
                  <a:lnTo>
                    <a:pt x="3336" y="4951"/>
                  </a:lnTo>
                  <a:lnTo>
                    <a:pt x="3990" y="230"/>
                  </a:lnTo>
                  <a:cubicBezTo>
                    <a:pt x="3990" y="230"/>
                    <a:pt x="3244" y="1"/>
                    <a:pt x="2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7985008" y="2240805"/>
              <a:ext cx="77436" cy="12073"/>
            </a:xfrm>
            <a:custGeom>
              <a:avLst/>
              <a:gdLst/>
              <a:ahLst/>
              <a:cxnLst/>
              <a:rect l="l" t="t" r="r" b="b"/>
              <a:pathLst>
                <a:path w="3906" h="609" extrusionOk="0">
                  <a:moveTo>
                    <a:pt x="1951" y="1"/>
                  </a:moveTo>
                  <a:cubicBezTo>
                    <a:pt x="872" y="1"/>
                    <a:pt x="0" y="138"/>
                    <a:pt x="0" y="306"/>
                  </a:cubicBezTo>
                  <a:cubicBezTo>
                    <a:pt x="0" y="475"/>
                    <a:pt x="872" y="609"/>
                    <a:pt x="1951" y="609"/>
                  </a:cubicBezTo>
                  <a:cubicBezTo>
                    <a:pt x="3030" y="609"/>
                    <a:pt x="3905" y="475"/>
                    <a:pt x="3905" y="306"/>
                  </a:cubicBezTo>
                  <a:cubicBezTo>
                    <a:pt x="3905" y="138"/>
                    <a:pt x="3030" y="1"/>
                    <a:pt x="19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5"/>
            <p:cNvSpPr/>
            <p:nvPr/>
          </p:nvSpPr>
          <p:spPr>
            <a:xfrm>
              <a:off x="8048129" y="2259400"/>
              <a:ext cx="33445" cy="58285"/>
            </a:xfrm>
            <a:custGeom>
              <a:avLst/>
              <a:gdLst/>
              <a:ahLst/>
              <a:cxnLst/>
              <a:rect l="l" t="t" r="r" b="b"/>
              <a:pathLst>
                <a:path w="1687" h="2940" extrusionOk="0">
                  <a:moveTo>
                    <a:pt x="756" y="0"/>
                  </a:moveTo>
                  <a:cubicBezTo>
                    <a:pt x="749" y="0"/>
                    <a:pt x="742" y="0"/>
                    <a:pt x="735" y="1"/>
                  </a:cubicBezTo>
                  <a:lnTo>
                    <a:pt x="454" y="602"/>
                  </a:lnTo>
                  <a:cubicBezTo>
                    <a:pt x="454" y="602"/>
                    <a:pt x="886" y="690"/>
                    <a:pt x="922" y="1470"/>
                  </a:cubicBezTo>
                  <a:cubicBezTo>
                    <a:pt x="949" y="2081"/>
                    <a:pt x="364" y="2146"/>
                    <a:pt x="112" y="2146"/>
                  </a:cubicBezTo>
                  <a:cubicBezTo>
                    <a:pt x="44" y="2146"/>
                    <a:pt x="1" y="2141"/>
                    <a:pt x="1" y="2141"/>
                  </a:cubicBezTo>
                  <a:lnTo>
                    <a:pt x="1" y="2939"/>
                  </a:lnTo>
                  <a:cubicBezTo>
                    <a:pt x="995" y="2939"/>
                    <a:pt x="1515" y="2423"/>
                    <a:pt x="1603" y="1512"/>
                  </a:cubicBezTo>
                  <a:cubicBezTo>
                    <a:pt x="1686" y="623"/>
                    <a:pt x="1126" y="0"/>
                    <a:pt x="7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5"/>
            <p:cNvSpPr/>
            <p:nvPr/>
          </p:nvSpPr>
          <p:spPr>
            <a:xfrm>
              <a:off x="7987090" y="2249171"/>
              <a:ext cx="63400" cy="7137"/>
            </a:xfrm>
            <a:custGeom>
              <a:avLst/>
              <a:gdLst/>
              <a:ahLst/>
              <a:cxnLst/>
              <a:rect l="l" t="t" r="r" b="b"/>
              <a:pathLst>
                <a:path w="3198" h="360" extrusionOk="0">
                  <a:moveTo>
                    <a:pt x="97" y="1"/>
                  </a:moveTo>
                  <a:cubicBezTo>
                    <a:pt x="27" y="1"/>
                    <a:pt x="1" y="118"/>
                    <a:pt x="82" y="137"/>
                  </a:cubicBezTo>
                  <a:cubicBezTo>
                    <a:pt x="630" y="286"/>
                    <a:pt x="1196" y="359"/>
                    <a:pt x="1761" y="359"/>
                  </a:cubicBezTo>
                  <a:cubicBezTo>
                    <a:pt x="2214" y="359"/>
                    <a:pt x="2667" y="312"/>
                    <a:pt x="3111" y="218"/>
                  </a:cubicBezTo>
                  <a:cubicBezTo>
                    <a:pt x="3197" y="198"/>
                    <a:pt x="3168" y="80"/>
                    <a:pt x="3092" y="80"/>
                  </a:cubicBezTo>
                  <a:cubicBezTo>
                    <a:pt x="3087" y="80"/>
                    <a:pt x="3082" y="80"/>
                    <a:pt x="3076" y="81"/>
                  </a:cubicBezTo>
                  <a:cubicBezTo>
                    <a:pt x="2643" y="173"/>
                    <a:pt x="2202" y="219"/>
                    <a:pt x="1762" y="219"/>
                  </a:cubicBezTo>
                  <a:cubicBezTo>
                    <a:pt x="1208" y="219"/>
                    <a:pt x="655" y="147"/>
                    <a:pt x="117" y="4"/>
                  </a:cubicBezTo>
                  <a:cubicBezTo>
                    <a:pt x="110" y="2"/>
                    <a:pt x="103" y="1"/>
                    <a:pt x="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5"/>
            <p:cNvSpPr/>
            <p:nvPr/>
          </p:nvSpPr>
          <p:spPr>
            <a:xfrm>
              <a:off x="8050429" y="2268202"/>
              <a:ext cx="12034" cy="69150"/>
            </a:xfrm>
            <a:custGeom>
              <a:avLst/>
              <a:gdLst/>
              <a:ahLst/>
              <a:cxnLst/>
              <a:rect l="l" t="t" r="r" b="b"/>
              <a:pathLst>
                <a:path w="607" h="3488" extrusionOk="0">
                  <a:moveTo>
                    <a:pt x="539" y="1"/>
                  </a:moveTo>
                  <a:cubicBezTo>
                    <a:pt x="504" y="1"/>
                    <a:pt x="466" y="23"/>
                    <a:pt x="461" y="67"/>
                  </a:cubicBezTo>
                  <a:cubicBezTo>
                    <a:pt x="349" y="1184"/>
                    <a:pt x="197" y="2295"/>
                    <a:pt x="11" y="3399"/>
                  </a:cubicBezTo>
                  <a:cubicBezTo>
                    <a:pt x="1" y="3453"/>
                    <a:pt x="46" y="3488"/>
                    <a:pt x="86" y="3488"/>
                  </a:cubicBezTo>
                  <a:cubicBezTo>
                    <a:pt x="114" y="3488"/>
                    <a:pt x="139" y="3472"/>
                    <a:pt x="145" y="3437"/>
                  </a:cubicBezTo>
                  <a:cubicBezTo>
                    <a:pt x="335" y="2320"/>
                    <a:pt x="489" y="1195"/>
                    <a:pt x="602" y="67"/>
                  </a:cubicBezTo>
                  <a:cubicBezTo>
                    <a:pt x="607" y="23"/>
                    <a:pt x="574" y="1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5"/>
            <p:cNvSpPr/>
            <p:nvPr/>
          </p:nvSpPr>
          <p:spPr>
            <a:xfrm>
              <a:off x="7999361" y="2323592"/>
              <a:ext cx="4401" cy="8505"/>
            </a:xfrm>
            <a:custGeom>
              <a:avLst/>
              <a:gdLst/>
              <a:ahLst/>
              <a:cxnLst/>
              <a:rect l="l" t="t" r="r" b="b"/>
              <a:pathLst>
                <a:path w="222" h="429" extrusionOk="0">
                  <a:moveTo>
                    <a:pt x="182" y="283"/>
                  </a:moveTo>
                  <a:cubicBezTo>
                    <a:pt x="182" y="284"/>
                    <a:pt x="183" y="284"/>
                    <a:pt x="183" y="285"/>
                  </a:cubicBezTo>
                  <a:cubicBezTo>
                    <a:pt x="183" y="284"/>
                    <a:pt x="182" y="283"/>
                    <a:pt x="182" y="283"/>
                  </a:cubicBezTo>
                  <a:close/>
                  <a:moveTo>
                    <a:pt x="78" y="0"/>
                  </a:moveTo>
                  <a:cubicBezTo>
                    <a:pt x="39" y="4"/>
                    <a:pt x="11" y="32"/>
                    <a:pt x="7" y="70"/>
                  </a:cubicBezTo>
                  <a:cubicBezTo>
                    <a:pt x="0" y="183"/>
                    <a:pt x="25" y="295"/>
                    <a:pt x="81" y="394"/>
                  </a:cubicBezTo>
                  <a:cubicBezTo>
                    <a:pt x="93" y="415"/>
                    <a:pt x="118" y="428"/>
                    <a:pt x="142" y="428"/>
                  </a:cubicBezTo>
                  <a:cubicBezTo>
                    <a:pt x="154" y="428"/>
                    <a:pt x="166" y="425"/>
                    <a:pt x="176" y="418"/>
                  </a:cubicBezTo>
                  <a:cubicBezTo>
                    <a:pt x="208" y="397"/>
                    <a:pt x="222" y="359"/>
                    <a:pt x="201" y="323"/>
                  </a:cubicBezTo>
                  <a:cubicBezTo>
                    <a:pt x="197" y="313"/>
                    <a:pt x="190" y="302"/>
                    <a:pt x="187" y="292"/>
                  </a:cubicBezTo>
                  <a:cubicBezTo>
                    <a:pt x="184" y="289"/>
                    <a:pt x="178" y="279"/>
                    <a:pt x="179" y="279"/>
                  </a:cubicBezTo>
                  <a:lnTo>
                    <a:pt x="179" y="279"/>
                  </a:lnTo>
                  <a:cubicBezTo>
                    <a:pt x="179" y="279"/>
                    <a:pt x="180" y="280"/>
                    <a:pt x="182" y="283"/>
                  </a:cubicBezTo>
                  <a:lnTo>
                    <a:pt x="182" y="283"/>
                  </a:lnTo>
                  <a:cubicBezTo>
                    <a:pt x="180" y="279"/>
                    <a:pt x="179" y="274"/>
                    <a:pt x="176" y="271"/>
                  </a:cubicBezTo>
                  <a:cubicBezTo>
                    <a:pt x="169" y="250"/>
                    <a:pt x="162" y="225"/>
                    <a:pt x="155" y="200"/>
                  </a:cubicBezTo>
                  <a:cubicBezTo>
                    <a:pt x="155" y="197"/>
                    <a:pt x="155" y="190"/>
                    <a:pt x="152" y="183"/>
                  </a:cubicBezTo>
                  <a:cubicBezTo>
                    <a:pt x="152" y="183"/>
                    <a:pt x="151" y="178"/>
                    <a:pt x="150" y="174"/>
                  </a:cubicBezTo>
                  <a:lnTo>
                    <a:pt x="150" y="174"/>
                  </a:lnTo>
                  <a:cubicBezTo>
                    <a:pt x="151" y="175"/>
                    <a:pt x="151" y="176"/>
                    <a:pt x="151" y="176"/>
                  </a:cubicBezTo>
                  <a:cubicBezTo>
                    <a:pt x="151" y="176"/>
                    <a:pt x="152" y="175"/>
                    <a:pt x="152" y="172"/>
                  </a:cubicBezTo>
                  <a:cubicBezTo>
                    <a:pt x="151" y="170"/>
                    <a:pt x="150" y="169"/>
                    <a:pt x="150" y="169"/>
                  </a:cubicBezTo>
                  <a:lnTo>
                    <a:pt x="150" y="169"/>
                  </a:lnTo>
                  <a:cubicBezTo>
                    <a:pt x="150" y="169"/>
                    <a:pt x="150" y="171"/>
                    <a:pt x="150" y="174"/>
                  </a:cubicBezTo>
                  <a:lnTo>
                    <a:pt x="150" y="174"/>
                  </a:lnTo>
                  <a:cubicBezTo>
                    <a:pt x="149" y="171"/>
                    <a:pt x="148" y="164"/>
                    <a:pt x="148" y="162"/>
                  </a:cubicBezTo>
                  <a:cubicBezTo>
                    <a:pt x="148" y="155"/>
                    <a:pt x="148" y="151"/>
                    <a:pt x="148" y="144"/>
                  </a:cubicBezTo>
                  <a:cubicBezTo>
                    <a:pt x="148" y="120"/>
                    <a:pt x="148" y="95"/>
                    <a:pt x="148" y="70"/>
                  </a:cubicBezTo>
                  <a:cubicBezTo>
                    <a:pt x="152" y="35"/>
                    <a:pt x="113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5"/>
            <p:cNvSpPr/>
            <p:nvPr/>
          </p:nvSpPr>
          <p:spPr>
            <a:xfrm>
              <a:off x="8003683" y="2320142"/>
              <a:ext cx="6146" cy="9338"/>
            </a:xfrm>
            <a:custGeom>
              <a:avLst/>
              <a:gdLst/>
              <a:ahLst/>
              <a:cxnLst/>
              <a:rect l="l" t="t" r="r" b="b"/>
              <a:pathLst>
                <a:path w="310" h="471" extrusionOk="0">
                  <a:moveTo>
                    <a:pt x="76" y="0"/>
                  </a:moveTo>
                  <a:cubicBezTo>
                    <a:pt x="63" y="0"/>
                    <a:pt x="52" y="3"/>
                    <a:pt x="42" y="9"/>
                  </a:cubicBezTo>
                  <a:cubicBezTo>
                    <a:pt x="7" y="33"/>
                    <a:pt x="0" y="69"/>
                    <a:pt x="18" y="107"/>
                  </a:cubicBezTo>
                  <a:cubicBezTo>
                    <a:pt x="67" y="216"/>
                    <a:pt x="120" y="325"/>
                    <a:pt x="173" y="434"/>
                  </a:cubicBezTo>
                  <a:cubicBezTo>
                    <a:pt x="182" y="458"/>
                    <a:pt x="208" y="471"/>
                    <a:pt x="234" y="471"/>
                  </a:cubicBezTo>
                  <a:cubicBezTo>
                    <a:pt x="245" y="471"/>
                    <a:pt x="257" y="468"/>
                    <a:pt x="267" y="462"/>
                  </a:cubicBezTo>
                  <a:cubicBezTo>
                    <a:pt x="303" y="438"/>
                    <a:pt x="310" y="399"/>
                    <a:pt x="292" y="364"/>
                  </a:cubicBezTo>
                  <a:cubicBezTo>
                    <a:pt x="239" y="255"/>
                    <a:pt x="190" y="146"/>
                    <a:pt x="137" y="33"/>
                  </a:cubicBezTo>
                  <a:cubicBezTo>
                    <a:pt x="128" y="12"/>
                    <a:pt x="101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5"/>
            <p:cNvSpPr/>
            <p:nvPr/>
          </p:nvSpPr>
          <p:spPr>
            <a:xfrm>
              <a:off x="8004158" y="2151317"/>
              <a:ext cx="23096" cy="84276"/>
            </a:xfrm>
            <a:custGeom>
              <a:avLst/>
              <a:gdLst/>
              <a:ahLst/>
              <a:cxnLst/>
              <a:rect l="l" t="t" r="r" b="b"/>
              <a:pathLst>
                <a:path w="1165" h="4251" extrusionOk="0">
                  <a:moveTo>
                    <a:pt x="1066" y="0"/>
                  </a:moveTo>
                  <a:cubicBezTo>
                    <a:pt x="1050" y="0"/>
                    <a:pt x="1034" y="7"/>
                    <a:pt x="1020" y="23"/>
                  </a:cubicBezTo>
                  <a:cubicBezTo>
                    <a:pt x="591" y="532"/>
                    <a:pt x="92" y="1112"/>
                    <a:pt x="29" y="1805"/>
                  </a:cubicBezTo>
                  <a:cubicBezTo>
                    <a:pt x="1" y="2118"/>
                    <a:pt x="106" y="2399"/>
                    <a:pt x="373" y="2578"/>
                  </a:cubicBezTo>
                  <a:cubicBezTo>
                    <a:pt x="507" y="2669"/>
                    <a:pt x="665" y="2729"/>
                    <a:pt x="788" y="2838"/>
                  </a:cubicBezTo>
                  <a:cubicBezTo>
                    <a:pt x="901" y="2940"/>
                    <a:pt x="974" y="3077"/>
                    <a:pt x="1003" y="3221"/>
                  </a:cubicBezTo>
                  <a:cubicBezTo>
                    <a:pt x="1038" y="3404"/>
                    <a:pt x="992" y="3569"/>
                    <a:pt x="904" y="3727"/>
                  </a:cubicBezTo>
                  <a:cubicBezTo>
                    <a:pt x="820" y="3882"/>
                    <a:pt x="732" y="4040"/>
                    <a:pt x="813" y="4212"/>
                  </a:cubicBezTo>
                  <a:cubicBezTo>
                    <a:pt x="824" y="4239"/>
                    <a:pt x="844" y="4250"/>
                    <a:pt x="865" y="4250"/>
                  </a:cubicBezTo>
                  <a:cubicBezTo>
                    <a:pt x="910" y="4250"/>
                    <a:pt x="959" y="4199"/>
                    <a:pt x="932" y="4142"/>
                  </a:cubicBezTo>
                  <a:cubicBezTo>
                    <a:pt x="866" y="3994"/>
                    <a:pt x="1024" y="3819"/>
                    <a:pt x="1083" y="3689"/>
                  </a:cubicBezTo>
                  <a:cubicBezTo>
                    <a:pt x="1140" y="3566"/>
                    <a:pt x="1164" y="3425"/>
                    <a:pt x="1150" y="3291"/>
                  </a:cubicBezTo>
                  <a:cubicBezTo>
                    <a:pt x="1129" y="3003"/>
                    <a:pt x="971" y="2775"/>
                    <a:pt x="732" y="2627"/>
                  </a:cubicBezTo>
                  <a:cubicBezTo>
                    <a:pt x="605" y="2546"/>
                    <a:pt x="465" y="2487"/>
                    <a:pt x="352" y="2385"/>
                  </a:cubicBezTo>
                  <a:cubicBezTo>
                    <a:pt x="236" y="2279"/>
                    <a:pt x="177" y="2132"/>
                    <a:pt x="166" y="1977"/>
                  </a:cubicBezTo>
                  <a:cubicBezTo>
                    <a:pt x="145" y="1650"/>
                    <a:pt x="279" y="1327"/>
                    <a:pt x="437" y="1049"/>
                  </a:cubicBezTo>
                  <a:cubicBezTo>
                    <a:pt x="627" y="712"/>
                    <a:pt x="873" y="416"/>
                    <a:pt x="1119" y="121"/>
                  </a:cubicBezTo>
                  <a:cubicBezTo>
                    <a:pt x="1164" y="70"/>
                    <a:pt x="1117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5"/>
            <p:cNvSpPr/>
            <p:nvPr/>
          </p:nvSpPr>
          <p:spPr>
            <a:xfrm>
              <a:off x="8031278" y="2192394"/>
              <a:ext cx="7296" cy="34971"/>
            </a:xfrm>
            <a:custGeom>
              <a:avLst/>
              <a:gdLst/>
              <a:ahLst/>
              <a:cxnLst/>
              <a:rect l="l" t="t" r="r" b="b"/>
              <a:pathLst>
                <a:path w="368" h="1764" extrusionOk="0">
                  <a:moveTo>
                    <a:pt x="268" y="0"/>
                  </a:moveTo>
                  <a:cubicBezTo>
                    <a:pt x="247" y="0"/>
                    <a:pt x="226" y="9"/>
                    <a:pt x="211" y="31"/>
                  </a:cubicBezTo>
                  <a:cubicBezTo>
                    <a:pt x="123" y="165"/>
                    <a:pt x="32" y="313"/>
                    <a:pt x="28" y="478"/>
                  </a:cubicBezTo>
                  <a:cubicBezTo>
                    <a:pt x="21" y="643"/>
                    <a:pt x="137" y="763"/>
                    <a:pt x="162" y="921"/>
                  </a:cubicBezTo>
                  <a:cubicBezTo>
                    <a:pt x="186" y="1054"/>
                    <a:pt x="116" y="1195"/>
                    <a:pt x="74" y="1318"/>
                  </a:cubicBezTo>
                  <a:cubicBezTo>
                    <a:pt x="32" y="1448"/>
                    <a:pt x="0" y="1585"/>
                    <a:pt x="49" y="1715"/>
                  </a:cubicBezTo>
                  <a:cubicBezTo>
                    <a:pt x="61" y="1749"/>
                    <a:pt x="89" y="1763"/>
                    <a:pt x="118" y="1763"/>
                  </a:cubicBezTo>
                  <a:cubicBezTo>
                    <a:pt x="160" y="1763"/>
                    <a:pt x="202" y="1730"/>
                    <a:pt x="183" y="1680"/>
                  </a:cubicBezTo>
                  <a:cubicBezTo>
                    <a:pt x="95" y="1434"/>
                    <a:pt x="320" y="1195"/>
                    <a:pt x="306" y="945"/>
                  </a:cubicBezTo>
                  <a:cubicBezTo>
                    <a:pt x="299" y="805"/>
                    <a:pt x="207" y="699"/>
                    <a:pt x="176" y="566"/>
                  </a:cubicBezTo>
                  <a:cubicBezTo>
                    <a:pt x="134" y="397"/>
                    <a:pt x="243" y="235"/>
                    <a:pt x="330" y="102"/>
                  </a:cubicBezTo>
                  <a:cubicBezTo>
                    <a:pt x="367" y="50"/>
                    <a:pt x="318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8" name="Google Shape;718;p15"/>
          <p:cNvGrpSpPr/>
          <p:nvPr/>
        </p:nvGrpSpPr>
        <p:grpSpPr>
          <a:xfrm>
            <a:off x="657280" y="3818577"/>
            <a:ext cx="404931" cy="520505"/>
            <a:chOff x="5107560" y="4417815"/>
            <a:chExt cx="217751" cy="279917"/>
          </a:xfrm>
        </p:grpSpPr>
        <p:sp>
          <p:nvSpPr>
            <p:cNvPr id="719" name="Google Shape;719;p15"/>
            <p:cNvSpPr/>
            <p:nvPr/>
          </p:nvSpPr>
          <p:spPr>
            <a:xfrm>
              <a:off x="5152385" y="4429752"/>
              <a:ext cx="169376" cy="215898"/>
            </a:xfrm>
            <a:custGeom>
              <a:avLst/>
              <a:gdLst/>
              <a:ahLst/>
              <a:cxnLst/>
              <a:rect l="l" t="t" r="r" b="b"/>
              <a:pathLst>
                <a:path w="5392" h="6873" extrusionOk="0">
                  <a:moveTo>
                    <a:pt x="4823" y="0"/>
                  </a:moveTo>
                  <a:cubicBezTo>
                    <a:pt x="4808" y="28"/>
                    <a:pt x="4777" y="32"/>
                    <a:pt x="4756" y="56"/>
                  </a:cubicBezTo>
                  <a:cubicBezTo>
                    <a:pt x="4763" y="60"/>
                    <a:pt x="4787" y="91"/>
                    <a:pt x="4798" y="99"/>
                  </a:cubicBezTo>
                  <a:lnTo>
                    <a:pt x="4935" y="190"/>
                  </a:lnTo>
                  <a:cubicBezTo>
                    <a:pt x="5237" y="394"/>
                    <a:pt x="5308" y="854"/>
                    <a:pt x="5062" y="1220"/>
                  </a:cubicBezTo>
                  <a:lnTo>
                    <a:pt x="1575" y="6404"/>
                  </a:lnTo>
                  <a:cubicBezTo>
                    <a:pt x="1408" y="6652"/>
                    <a:pt x="1148" y="6792"/>
                    <a:pt x="903" y="6792"/>
                  </a:cubicBezTo>
                  <a:cubicBezTo>
                    <a:pt x="787" y="6792"/>
                    <a:pt x="675" y="6761"/>
                    <a:pt x="577" y="6696"/>
                  </a:cubicBezTo>
                  <a:lnTo>
                    <a:pt x="433" y="6601"/>
                  </a:lnTo>
                  <a:cubicBezTo>
                    <a:pt x="130" y="6393"/>
                    <a:pt x="81" y="5933"/>
                    <a:pt x="327" y="5567"/>
                  </a:cubicBezTo>
                  <a:lnTo>
                    <a:pt x="1786" y="3399"/>
                  </a:lnTo>
                  <a:cubicBezTo>
                    <a:pt x="1813" y="3364"/>
                    <a:pt x="1791" y="3332"/>
                    <a:pt x="1766" y="3332"/>
                  </a:cubicBezTo>
                  <a:cubicBezTo>
                    <a:pt x="1755" y="3332"/>
                    <a:pt x="1745" y="3337"/>
                    <a:pt x="1737" y="3350"/>
                  </a:cubicBezTo>
                  <a:lnTo>
                    <a:pt x="271" y="5529"/>
                  </a:lnTo>
                  <a:cubicBezTo>
                    <a:pt x="0" y="5929"/>
                    <a:pt x="50" y="6443"/>
                    <a:pt x="387" y="6667"/>
                  </a:cubicBezTo>
                  <a:lnTo>
                    <a:pt x="531" y="6766"/>
                  </a:lnTo>
                  <a:cubicBezTo>
                    <a:pt x="638" y="6838"/>
                    <a:pt x="761" y="6872"/>
                    <a:pt x="888" y="6872"/>
                  </a:cubicBezTo>
                  <a:cubicBezTo>
                    <a:pt x="1159" y="6872"/>
                    <a:pt x="1447" y="6717"/>
                    <a:pt x="1631" y="6443"/>
                  </a:cubicBezTo>
                  <a:lnTo>
                    <a:pt x="5121" y="1258"/>
                  </a:lnTo>
                  <a:cubicBezTo>
                    <a:pt x="5392" y="854"/>
                    <a:pt x="5339" y="341"/>
                    <a:pt x="5005" y="116"/>
                  </a:cubicBezTo>
                  <a:lnTo>
                    <a:pt x="4861" y="21"/>
                  </a:lnTo>
                  <a:cubicBezTo>
                    <a:pt x="4847" y="11"/>
                    <a:pt x="4837" y="7"/>
                    <a:pt x="48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5"/>
            <p:cNvSpPr/>
            <p:nvPr/>
          </p:nvSpPr>
          <p:spPr>
            <a:xfrm>
              <a:off x="5150501" y="4428181"/>
              <a:ext cx="173051" cy="219008"/>
            </a:xfrm>
            <a:custGeom>
              <a:avLst/>
              <a:gdLst/>
              <a:ahLst/>
              <a:cxnLst/>
              <a:rect l="l" t="t" r="r" b="b"/>
              <a:pathLst>
                <a:path w="5509" h="6972" extrusionOk="0">
                  <a:moveTo>
                    <a:pt x="4889" y="1"/>
                  </a:moveTo>
                  <a:cubicBezTo>
                    <a:pt x="4883" y="1"/>
                    <a:pt x="4877" y="2"/>
                    <a:pt x="4872" y="4"/>
                  </a:cubicBezTo>
                  <a:cubicBezTo>
                    <a:pt x="4858" y="8"/>
                    <a:pt x="4844" y="15"/>
                    <a:pt x="4837" y="25"/>
                  </a:cubicBezTo>
                  <a:cubicBezTo>
                    <a:pt x="4837" y="29"/>
                    <a:pt x="4830" y="33"/>
                    <a:pt x="4823" y="36"/>
                  </a:cubicBezTo>
                  <a:cubicBezTo>
                    <a:pt x="4812" y="43"/>
                    <a:pt x="4802" y="50"/>
                    <a:pt x="4791" y="61"/>
                  </a:cubicBezTo>
                  <a:cubicBezTo>
                    <a:pt x="4784" y="64"/>
                    <a:pt x="4777" y="68"/>
                    <a:pt x="4770" y="75"/>
                  </a:cubicBezTo>
                  <a:cubicBezTo>
                    <a:pt x="4756" y="99"/>
                    <a:pt x="4763" y="134"/>
                    <a:pt x="4784" y="145"/>
                  </a:cubicBezTo>
                  <a:cubicBezTo>
                    <a:pt x="4788" y="149"/>
                    <a:pt x="4788" y="149"/>
                    <a:pt x="4788" y="149"/>
                  </a:cubicBezTo>
                  <a:cubicBezTo>
                    <a:pt x="4791" y="149"/>
                    <a:pt x="4795" y="156"/>
                    <a:pt x="4798" y="163"/>
                  </a:cubicBezTo>
                  <a:cubicBezTo>
                    <a:pt x="4812" y="177"/>
                    <a:pt x="4819" y="184"/>
                    <a:pt x="4830" y="191"/>
                  </a:cubicBezTo>
                  <a:lnTo>
                    <a:pt x="4967" y="282"/>
                  </a:lnTo>
                  <a:cubicBezTo>
                    <a:pt x="5255" y="475"/>
                    <a:pt x="5308" y="908"/>
                    <a:pt x="5083" y="1242"/>
                  </a:cubicBezTo>
                  <a:lnTo>
                    <a:pt x="1593" y="6426"/>
                  </a:lnTo>
                  <a:cubicBezTo>
                    <a:pt x="1435" y="6661"/>
                    <a:pt x="1191" y="6793"/>
                    <a:pt x="964" y="6793"/>
                  </a:cubicBezTo>
                  <a:cubicBezTo>
                    <a:pt x="857" y="6793"/>
                    <a:pt x="754" y="6764"/>
                    <a:pt x="665" y="6703"/>
                  </a:cubicBezTo>
                  <a:lnTo>
                    <a:pt x="521" y="6609"/>
                  </a:lnTo>
                  <a:cubicBezTo>
                    <a:pt x="240" y="6419"/>
                    <a:pt x="201" y="5986"/>
                    <a:pt x="429" y="5646"/>
                  </a:cubicBezTo>
                  <a:lnTo>
                    <a:pt x="1888" y="3477"/>
                  </a:lnTo>
                  <a:cubicBezTo>
                    <a:pt x="1906" y="3456"/>
                    <a:pt x="1913" y="3428"/>
                    <a:pt x="1909" y="3403"/>
                  </a:cubicBezTo>
                  <a:cubicBezTo>
                    <a:pt x="1902" y="3379"/>
                    <a:pt x="1892" y="3361"/>
                    <a:pt x="1870" y="3347"/>
                  </a:cubicBezTo>
                  <a:cubicBezTo>
                    <a:pt x="1857" y="3337"/>
                    <a:pt x="1841" y="3332"/>
                    <a:pt x="1826" y="3332"/>
                  </a:cubicBezTo>
                  <a:cubicBezTo>
                    <a:pt x="1799" y="3332"/>
                    <a:pt x="1772" y="3347"/>
                    <a:pt x="1754" y="3371"/>
                  </a:cubicBezTo>
                  <a:lnTo>
                    <a:pt x="289" y="5551"/>
                  </a:lnTo>
                  <a:cubicBezTo>
                    <a:pt x="1" y="5976"/>
                    <a:pt x="60" y="6521"/>
                    <a:pt x="419" y="6760"/>
                  </a:cubicBezTo>
                  <a:lnTo>
                    <a:pt x="563" y="6858"/>
                  </a:lnTo>
                  <a:cubicBezTo>
                    <a:pt x="678" y="6935"/>
                    <a:pt x="811" y="6971"/>
                    <a:pt x="947" y="6971"/>
                  </a:cubicBezTo>
                  <a:cubicBezTo>
                    <a:pt x="1234" y="6971"/>
                    <a:pt x="1538" y="6809"/>
                    <a:pt x="1733" y="6521"/>
                  </a:cubicBezTo>
                  <a:lnTo>
                    <a:pt x="5223" y="1336"/>
                  </a:lnTo>
                  <a:cubicBezTo>
                    <a:pt x="5508" y="908"/>
                    <a:pt x="5452" y="366"/>
                    <a:pt x="5093" y="124"/>
                  </a:cubicBezTo>
                  <a:lnTo>
                    <a:pt x="4949" y="29"/>
                  </a:lnTo>
                  <a:cubicBezTo>
                    <a:pt x="4939" y="22"/>
                    <a:pt x="4928" y="15"/>
                    <a:pt x="4914" y="8"/>
                  </a:cubicBezTo>
                  <a:cubicBezTo>
                    <a:pt x="4908" y="4"/>
                    <a:pt x="4898" y="1"/>
                    <a:pt x="48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5"/>
            <p:cNvSpPr/>
            <p:nvPr/>
          </p:nvSpPr>
          <p:spPr>
            <a:xfrm>
              <a:off x="5150501" y="4425763"/>
              <a:ext cx="173051" cy="221490"/>
            </a:xfrm>
            <a:custGeom>
              <a:avLst/>
              <a:gdLst/>
              <a:ahLst/>
              <a:cxnLst/>
              <a:rect l="l" t="t" r="r" b="b"/>
              <a:pathLst>
                <a:path w="5509" h="7051" extrusionOk="0">
                  <a:moveTo>
                    <a:pt x="4735" y="1"/>
                  </a:moveTo>
                  <a:cubicBezTo>
                    <a:pt x="4707" y="64"/>
                    <a:pt x="4686" y="74"/>
                    <a:pt x="4629" y="113"/>
                  </a:cubicBezTo>
                  <a:lnTo>
                    <a:pt x="4935" y="327"/>
                  </a:lnTo>
                  <a:cubicBezTo>
                    <a:pt x="5223" y="521"/>
                    <a:pt x="5308" y="985"/>
                    <a:pt x="5083" y="1319"/>
                  </a:cubicBezTo>
                  <a:lnTo>
                    <a:pt x="1593" y="6503"/>
                  </a:lnTo>
                  <a:cubicBezTo>
                    <a:pt x="1435" y="6738"/>
                    <a:pt x="1191" y="6870"/>
                    <a:pt x="964" y="6870"/>
                  </a:cubicBezTo>
                  <a:cubicBezTo>
                    <a:pt x="857" y="6870"/>
                    <a:pt x="754" y="6841"/>
                    <a:pt x="665" y="6780"/>
                  </a:cubicBezTo>
                  <a:lnTo>
                    <a:pt x="521" y="6686"/>
                  </a:lnTo>
                  <a:cubicBezTo>
                    <a:pt x="240" y="6496"/>
                    <a:pt x="201" y="6063"/>
                    <a:pt x="429" y="5723"/>
                  </a:cubicBezTo>
                  <a:lnTo>
                    <a:pt x="1888" y="3554"/>
                  </a:lnTo>
                  <a:cubicBezTo>
                    <a:pt x="1906" y="3533"/>
                    <a:pt x="1913" y="3505"/>
                    <a:pt x="1909" y="3480"/>
                  </a:cubicBezTo>
                  <a:cubicBezTo>
                    <a:pt x="1906" y="3456"/>
                    <a:pt x="1892" y="3438"/>
                    <a:pt x="1870" y="3424"/>
                  </a:cubicBezTo>
                  <a:cubicBezTo>
                    <a:pt x="1857" y="3414"/>
                    <a:pt x="1841" y="3409"/>
                    <a:pt x="1826" y="3409"/>
                  </a:cubicBezTo>
                  <a:cubicBezTo>
                    <a:pt x="1799" y="3409"/>
                    <a:pt x="1772" y="3424"/>
                    <a:pt x="1754" y="3448"/>
                  </a:cubicBezTo>
                  <a:lnTo>
                    <a:pt x="289" y="5628"/>
                  </a:lnTo>
                  <a:cubicBezTo>
                    <a:pt x="1" y="6053"/>
                    <a:pt x="60" y="6598"/>
                    <a:pt x="419" y="6837"/>
                  </a:cubicBezTo>
                  <a:lnTo>
                    <a:pt x="563" y="6935"/>
                  </a:lnTo>
                  <a:cubicBezTo>
                    <a:pt x="679" y="7014"/>
                    <a:pt x="812" y="7051"/>
                    <a:pt x="949" y="7051"/>
                  </a:cubicBezTo>
                  <a:cubicBezTo>
                    <a:pt x="1236" y="7051"/>
                    <a:pt x="1538" y="6888"/>
                    <a:pt x="1733" y="6598"/>
                  </a:cubicBezTo>
                  <a:lnTo>
                    <a:pt x="5223" y="1413"/>
                  </a:lnTo>
                  <a:cubicBezTo>
                    <a:pt x="5508" y="985"/>
                    <a:pt x="5448" y="472"/>
                    <a:pt x="5090" y="229"/>
                  </a:cubicBezTo>
                  <a:lnTo>
                    <a:pt x="47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5"/>
            <p:cNvSpPr/>
            <p:nvPr/>
          </p:nvSpPr>
          <p:spPr>
            <a:xfrm>
              <a:off x="5148741" y="4424161"/>
              <a:ext cx="176570" cy="224662"/>
            </a:xfrm>
            <a:custGeom>
              <a:avLst/>
              <a:gdLst/>
              <a:ahLst/>
              <a:cxnLst/>
              <a:rect l="l" t="t" r="r" b="b"/>
              <a:pathLst>
                <a:path w="5621" h="7152" extrusionOk="0">
                  <a:moveTo>
                    <a:pt x="4809" y="122"/>
                  </a:moveTo>
                  <a:lnTo>
                    <a:pt x="5118" y="326"/>
                  </a:lnTo>
                  <a:cubicBezTo>
                    <a:pt x="5452" y="551"/>
                    <a:pt x="5504" y="1039"/>
                    <a:pt x="5237" y="1436"/>
                  </a:cubicBezTo>
                  <a:lnTo>
                    <a:pt x="1747" y="6621"/>
                  </a:lnTo>
                  <a:cubicBezTo>
                    <a:pt x="1563" y="6895"/>
                    <a:pt x="1275" y="7050"/>
                    <a:pt x="1004" y="7050"/>
                  </a:cubicBezTo>
                  <a:cubicBezTo>
                    <a:pt x="877" y="7050"/>
                    <a:pt x="754" y="7016"/>
                    <a:pt x="647" y="6944"/>
                  </a:cubicBezTo>
                  <a:lnTo>
                    <a:pt x="503" y="6845"/>
                  </a:lnTo>
                  <a:cubicBezTo>
                    <a:pt x="166" y="6621"/>
                    <a:pt x="116" y="6111"/>
                    <a:pt x="387" y="5707"/>
                  </a:cubicBezTo>
                  <a:lnTo>
                    <a:pt x="1853" y="3528"/>
                  </a:lnTo>
                  <a:cubicBezTo>
                    <a:pt x="1860" y="3517"/>
                    <a:pt x="1871" y="3513"/>
                    <a:pt x="1882" y="3513"/>
                  </a:cubicBezTo>
                  <a:cubicBezTo>
                    <a:pt x="1896" y="3513"/>
                    <a:pt x="1910" y="3522"/>
                    <a:pt x="1912" y="3538"/>
                  </a:cubicBezTo>
                  <a:cubicBezTo>
                    <a:pt x="1916" y="3552"/>
                    <a:pt x="1912" y="3566"/>
                    <a:pt x="1902" y="3577"/>
                  </a:cubicBezTo>
                  <a:lnTo>
                    <a:pt x="443" y="5745"/>
                  </a:lnTo>
                  <a:cubicBezTo>
                    <a:pt x="197" y="6111"/>
                    <a:pt x="246" y="6571"/>
                    <a:pt x="549" y="6779"/>
                  </a:cubicBezTo>
                  <a:lnTo>
                    <a:pt x="693" y="6874"/>
                  </a:lnTo>
                  <a:cubicBezTo>
                    <a:pt x="790" y="6939"/>
                    <a:pt x="902" y="6970"/>
                    <a:pt x="1017" y="6970"/>
                  </a:cubicBezTo>
                  <a:cubicBezTo>
                    <a:pt x="1262" y="6970"/>
                    <a:pt x="1524" y="6830"/>
                    <a:pt x="1691" y="6582"/>
                  </a:cubicBezTo>
                  <a:lnTo>
                    <a:pt x="5178" y="1398"/>
                  </a:lnTo>
                  <a:cubicBezTo>
                    <a:pt x="5413" y="1046"/>
                    <a:pt x="5339" y="551"/>
                    <a:pt x="5019" y="336"/>
                  </a:cubicBezTo>
                  <a:lnTo>
                    <a:pt x="4770" y="164"/>
                  </a:lnTo>
                  <a:cubicBezTo>
                    <a:pt x="4784" y="150"/>
                    <a:pt x="4798" y="139"/>
                    <a:pt x="4809" y="122"/>
                  </a:cubicBezTo>
                  <a:close/>
                  <a:moveTo>
                    <a:pt x="4792" y="0"/>
                  </a:moveTo>
                  <a:cubicBezTo>
                    <a:pt x="4786" y="0"/>
                    <a:pt x="4779" y="1"/>
                    <a:pt x="4773" y="2"/>
                  </a:cubicBezTo>
                  <a:cubicBezTo>
                    <a:pt x="4759" y="6"/>
                    <a:pt x="4749" y="16"/>
                    <a:pt x="4742" y="30"/>
                  </a:cubicBezTo>
                  <a:cubicBezTo>
                    <a:pt x="4724" y="76"/>
                    <a:pt x="4710" y="83"/>
                    <a:pt x="4664" y="115"/>
                  </a:cubicBezTo>
                  <a:cubicBezTo>
                    <a:pt x="4650" y="125"/>
                    <a:pt x="4636" y="143"/>
                    <a:pt x="4636" y="161"/>
                  </a:cubicBezTo>
                  <a:cubicBezTo>
                    <a:pt x="4636" y="178"/>
                    <a:pt x="4640" y="196"/>
                    <a:pt x="4654" y="206"/>
                  </a:cubicBezTo>
                  <a:lnTo>
                    <a:pt x="4963" y="417"/>
                  </a:lnTo>
                  <a:cubicBezTo>
                    <a:pt x="5234" y="600"/>
                    <a:pt x="5297" y="1039"/>
                    <a:pt x="5097" y="1341"/>
                  </a:cubicBezTo>
                  <a:lnTo>
                    <a:pt x="1607" y="6526"/>
                  </a:lnTo>
                  <a:cubicBezTo>
                    <a:pt x="1459" y="6745"/>
                    <a:pt x="1231" y="6870"/>
                    <a:pt x="1019" y="6870"/>
                  </a:cubicBezTo>
                  <a:cubicBezTo>
                    <a:pt x="923" y="6870"/>
                    <a:pt x="829" y="6844"/>
                    <a:pt x="749" y="6789"/>
                  </a:cubicBezTo>
                  <a:lnTo>
                    <a:pt x="605" y="6694"/>
                  </a:lnTo>
                  <a:cubicBezTo>
                    <a:pt x="348" y="6522"/>
                    <a:pt x="313" y="6121"/>
                    <a:pt x="528" y="5802"/>
                  </a:cubicBezTo>
                  <a:lnTo>
                    <a:pt x="1986" y="3633"/>
                  </a:lnTo>
                  <a:cubicBezTo>
                    <a:pt x="2011" y="3601"/>
                    <a:pt x="2021" y="3563"/>
                    <a:pt x="2014" y="3521"/>
                  </a:cubicBezTo>
                  <a:cubicBezTo>
                    <a:pt x="2007" y="3485"/>
                    <a:pt x="1986" y="3454"/>
                    <a:pt x="1955" y="3433"/>
                  </a:cubicBezTo>
                  <a:cubicBezTo>
                    <a:pt x="1933" y="3417"/>
                    <a:pt x="1907" y="3410"/>
                    <a:pt x="1882" y="3410"/>
                  </a:cubicBezTo>
                  <a:cubicBezTo>
                    <a:pt x="1838" y="3410"/>
                    <a:pt x="1795" y="3431"/>
                    <a:pt x="1768" y="3471"/>
                  </a:cubicBezTo>
                  <a:lnTo>
                    <a:pt x="303" y="5650"/>
                  </a:lnTo>
                  <a:cubicBezTo>
                    <a:pt x="0" y="6100"/>
                    <a:pt x="64" y="6673"/>
                    <a:pt x="447" y="6930"/>
                  </a:cubicBezTo>
                  <a:lnTo>
                    <a:pt x="591" y="7028"/>
                  </a:lnTo>
                  <a:cubicBezTo>
                    <a:pt x="715" y="7112"/>
                    <a:pt x="858" y="7151"/>
                    <a:pt x="1004" y="7151"/>
                  </a:cubicBezTo>
                  <a:cubicBezTo>
                    <a:pt x="1308" y="7151"/>
                    <a:pt x="1628" y="6980"/>
                    <a:pt x="1832" y="6677"/>
                  </a:cubicBezTo>
                  <a:lnTo>
                    <a:pt x="5322" y="1493"/>
                  </a:lnTo>
                  <a:cubicBezTo>
                    <a:pt x="5620" y="1046"/>
                    <a:pt x="5557" y="498"/>
                    <a:pt x="5174" y="241"/>
                  </a:cubicBezTo>
                  <a:lnTo>
                    <a:pt x="4816" y="6"/>
                  </a:lnTo>
                  <a:cubicBezTo>
                    <a:pt x="4809" y="2"/>
                    <a:pt x="4801" y="0"/>
                    <a:pt x="4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5"/>
            <p:cNvSpPr/>
            <p:nvPr/>
          </p:nvSpPr>
          <p:spPr>
            <a:xfrm>
              <a:off x="5109319" y="4419417"/>
              <a:ext cx="200537" cy="276744"/>
            </a:xfrm>
            <a:custGeom>
              <a:avLst/>
              <a:gdLst/>
              <a:ahLst/>
              <a:cxnLst/>
              <a:rect l="l" t="t" r="r" b="b"/>
              <a:pathLst>
                <a:path w="6384" h="8810" extrusionOk="0">
                  <a:moveTo>
                    <a:pt x="5370" y="1"/>
                  </a:moveTo>
                  <a:cubicBezTo>
                    <a:pt x="5096" y="1"/>
                    <a:pt x="4865" y="119"/>
                    <a:pt x="4707" y="354"/>
                  </a:cubicBezTo>
                  <a:lnTo>
                    <a:pt x="335" y="6852"/>
                  </a:lnTo>
                  <a:cubicBezTo>
                    <a:pt x="1" y="7348"/>
                    <a:pt x="180" y="8054"/>
                    <a:pt x="732" y="8427"/>
                  </a:cubicBezTo>
                  <a:lnTo>
                    <a:pt x="964" y="8585"/>
                  </a:lnTo>
                  <a:cubicBezTo>
                    <a:pt x="1190" y="8737"/>
                    <a:pt x="1443" y="8810"/>
                    <a:pt x="1686" y="8810"/>
                  </a:cubicBezTo>
                  <a:cubicBezTo>
                    <a:pt x="2041" y="8810"/>
                    <a:pt x="2375" y="8654"/>
                    <a:pt x="2573" y="8360"/>
                  </a:cubicBezTo>
                  <a:lnTo>
                    <a:pt x="5167" y="4505"/>
                  </a:lnTo>
                  <a:cubicBezTo>
                    <a:pt x="5195" y="4462"/>
                    <a:pt x="5174" y="4417"/>
                    <a:pt x="5139" y="4392"/>
                  </a:cubicBezTo>
                  <a:cubicBezTo>
                    <a:pt x="5126" y="4383"/>
                    <a:pt x="5110" y="4379"/>
                    <a:pt x="5095" y="4379"/>
                  </a:cubicBezTo>
                  <a:cubicBezTo>
                    <a:pt x="5075" y="4379"/>
                    <a:pt x="5055" y="4387"/>
                    <a:pt x="5041" y="4403"/>
                  </a:cubicBezTo>
                  <a:lnTo>
                    <a:pt x="2436" y="8269"/>
                  </a:lnTo>
                  <a:cubicBezTo>
                    <a:pt x="2268" y="8522"/>
                    <a:pt x="1981" y="8655"/>
                    <a:pt x="1676" y="8655"/>
                  </a:cubicBezTo>
                  <a:cubicBezTo>
                    <a:pt x="1464" y="8655"/>
                    <a:pt x="1244" y="8591"/>
                    <a:pt x="1048" y="8459"/>
                  </a:cubicBezTo>
                  <a:lnTo>
                    <a:pt x="816" y="8300"/>
                  </a:lnTo>
                  <a:cubicBezTo>
                    <a:pt x="338" y="7981"/>
                    <a:pt x="180" y="7369"/>
                    <a:pt x="468" y="6944"/>
                  </a:cubicBezTo>
                  <a:lnTo>
                    <a:pt x="4840" y="445"/>
                  </a:lnTo>
                  <a:cubicBezTo>
                    <a:pt x="4971" y="252"/>
                    <a:pt x="5158" y="155"/>
                    <a:pt x="5383" y="155"/>
                  </a:cubicBezTo>
                  <a:cubicBezTo>
                    <a:pt x="5599" y="155"/>
                    <a:pt x="5849" y="245"/>
                    <a:pt x="6116" y="424"/>
                  </a:cubicBezTo>
                  <a:lnTo>
                    <a:pt x="6292" y="540"/>
                  </a:lnTo>
                  <a:cubicBezTo>
                    <a:pt x="6297" y="542"/>
                    <a:pt x="6302" y="545"/>
                    <a:pt x="6307" y="545"/>
                  </a:cubicBezTo>
                  <a:cubicBezTo>
                    <a:pt x="6309" y="545"/>
                    <a:pt x="6311" y="545"/>
                    <a:pt x="6313" y="543"/>
                  </a:cubicBezTo>
                  <a:cubicBezTo>
                    <a:pt x="6320" y="540"/>
                    <a:pt x="6327" y="536"/>
                    <a:pt x="6331" y="529"/>
                  </a:cubicBezTo>
                  <a:cubicBezTo>
                    <a:pt x="6338" y="501"/>
                    <a:pt x="6355" y="473"/>
                    <a:pt x="6376" y="452"/>
                  </a:cubicBezTo>
                  <a:cubicBezTo>
                    <a:pt x="6380" y="445"/>
                    <a:pt x="6383" y="438"/>
                    <a:pt x="6383" y="431"/>
                  </a:cubicBezTo>
                  <a:cubicBezTo>
                    <a:pt x="6383" y="424"/>
                    <a:pt x="6376" y="417"/>
                    <a:pt x="6373" y="413"/>
                  </a:cubicBezTo>
                  <a:lnTo>
                    <a:pt x="6201" y="297"/>
                  </a:lnTo>
                  <a:cubicBezTo>
                    <a:pt x="5905" y="99"/>
                    <a:pt x="5620" y="1"/>
                    <a:pt x="53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5"/>
            <p:cNvSpPr/>
            <p:nvPr/>
          </p:nvSpPr>
          <p:spPr>
            <a:xfrm>
              <a:off x="5107560" y="4417815"/>
              <a:ext cx="203961" cy="279917"/>
            </a:xfrm>
            <a:custGeom>
              <a:avLst/>
              <a:gdLst/>
              <a:ahLst/>
              <a:cxnLst/>
              <a:rect l="l" t="t" r="r" b="b"/>
              <a:pathLst>
                <a:path w="6493" h="8911" extrusionOk="0">
                  <a:moveTo>
                    <a:pt x="5427" y="102"/>
                  </a:moveTo>
                  <a:cubicBezTo>
                    <a:pt x="5667" y="102"/>
                    <a:pt x="5942" y="198"/>
                    <a:pt x="6228" y="391"/>
                  </a:cubicBezTo>
                  <a:lnTo>
                    <a:pt x="6376" y="489"/>
                  </a:lnTo>
                  <a:cubicBezTo>
                    <a:pt x="6366" y="503"/>
                    <a:pt x="6359" y="517"/>
                    <a:pt x="6351" y="531"/>
                  </a:cubicBezTo>
                  <a:lnTo>
                    <a:pt x="6200" y="433"/>
                  </a:lnTo>
                  <a:cubicBezTo>
                    <a:pt x="5925" y="247"/>
                    <a:pt x="5664" y="155"/>
                    <a:pt x="5438" y="155"/>
                  </a:cubicBezTo>
                  <a:cubicBezTo>
                    <a:pt x="5198" y="155"/>
                    <a:pt x="4996" y="260"/>
                    <a:pt x="4854" y="468"/>
                  </a:cubicBezTo>
                  <a:lnTo>
                    <a:pt x="482" y="6967"/>
                  </a:lnTo>
                  <a:cubicBezTo>
                    <a:pt x="180" y="7417"/>
                    <a:pt x="341" y="8056"/>
                    <a:pt x="844" y="8394"/>
                  </a:cubicBezTo>
                  <a:lnTo>
                    <a:pt x="1076" y="8552"/>
                  </a:lnTo>
                  <a:cubicBezTo>
                    <a:pt x="1280" y="8689"/>
                    <a:pt x="1510" y="8755"/>
                    <a:pt x="1731" y="8755"/>
                  </a:cubicBezTo>
                  <a:cubicBezTo>
                    <a:pt x="2052" y="8755"/>
                    <a:pt x="2355" y="8615"/>
                    <a:pt x="2535" y="8348"/>
                  </a:cubicBezTo>
                  <a:lnTo>
                    <a:pt x="5135" y="4482"/>
                  </a:lnTo>
                  <a:cubicBezTo>
                    <a:pt x="5139" y="4480"/>
                    <a:pt x="5144" y="4478"/>
                    <a:pt x="5150" y="4478"/>
                  </a:cubicBezTo>
                  <a:cubicBezTo>
                    <a:pt x="5156" y="4478"/>
                    <a:pt x="5162" y="4480"/>
                    <a:pt x="5167" y="4485"/>
                  </a:cubicBezTo>
                  <a:cubicBezTo>
                    <a:pt x="5174" y="4489"/>
                    <a:pt x="5192" y="4506"/>
                    <a:pt x="5178" y="4527"/>
                  </a:cubicBezTo>
                  <a:lnTo>
                    <a:pt x="2587" y="8383"/>
                  </a:lnTo>
                  <a:cubicBezTo>
                    <a:pt x="2398" y="8662"/>
                    <a:pt x="2079" y="8809"/>
                    <a:pt x="1741" y="8809"/>
                  </a:cubicBezTo>
                  <a:cubicBezTo>
                    <a:pt x="1507" y="8809"/>
                    <a:pt x="1264" y="8739"/>
                    <a:pt x="1048" y="8594"/>
                  </a:cubicBezTo>
                  <a:lnTo>
                    <a:pt x="816" y="8436"/>
                  </a:lnTo>
                  <a:cubicBezTo>
                    <a:pt x="285" y="8081"/>
                    <a:pt x="113" y="7406"/>
                    <a:pt x="433" y="6931"/>
                  </a:cubicBezTo>
                  <a:lnTo>
                    <a:pt x="4801" y="433"/>
                  </a:lnTo>
                  <a:cubicBezTo>
                    <a:pt x="4951" y="212"/>
                    <a:pt x="5169" y="102"/>
                    <a:pt x="5427" y="102"/>
                  </a:cubicBezTo>
                  <a:close/>
                  <a:moveTo>
                    <a:pt x="5427" y="1"/>
                  </a:moveTo>
                  <a:cubicBezTo>
                    <a:pt x="5137" y="1"/>
                    <a:pt x="4890" y="128"/>
                    <a:pt x="4721" y="380"/>
                  </a:cubicBezTo>
                  <a:lnTo>
                    <a:pt x="348" y="6875"/>
                  </a:lnTo>
                  <a:cubicBezTo>
                    <a:pt x="0" y="7395"/>
                    <a:pt x="183" y="8130"/>
                    <a:pt x="760" y="8520"/>
                  </a:cubicBezTo>
                  <a:lnTo>
                    <a:pt x="992" y="8678"/>
                  </a:lnTo>
                  <a:cubicBezTo>
                    <a:pt x="1225" y="8835"/>
                    <a:pt x="1487" y="8910"/>
                    <a:pt x="1739" y="8910"/>
                  </a:cubicBezTo>
                  <a:cubicBezTo>
                    <a:pt x="2111" y="8910"/>
                    <a:pt x="2462" y="8747"/>
                    <a:pt x="2672" y="8439"/>
                  </a:cubicBezTo>
                  <a:lnTo>
                    <a:pt x="5265" y="4584"/>
                  </a:lnTo>
                  <a:cubicBezTo>
                    <a:pt x="5308" y="4517"/>
                    <a:pt x="5279" y="4440"/>
                    <a:pt x="5223" y="4401"/>
                  </a:cubicBezTo>
                  <a:cubicBezTo>
                    <a:pt x="5201" y="4386"/>
                    <a:pt x="5177" y="4379"/>
                    <a:pt x="5153" y="4379"/>
                  </a:cubicBezTo>
                  <a:cubicBezTo>
                    <a:pt x="5119" y="4379"/>
                    <a:pt x="5085" y="4393"/>
                    <a:pt x="5058" y="4422"/>
                  </a:cubicBezTo>
                  <a:lnTo>
                    <a:pt x="2454" y="8292"/>
                  </a:lnTo>
                  <a:cubicBezTo>
                    <a:pt x="2292" y="8530"/>
                    <a:pt x="2021" y="8656"/>
                    <a:pt x="1732" y="8656"/>
                  </a:cubicBezTo>
                  <a:cubicBezTo>
                    <a:pt x="1530" y="8656"/>
                    <a:pt x="1320" y="8594"/>
                    <a:pt x="1132" y="8467"/>
                  </a:cubicBezTo>
                  <a:lnTo>
                    <a:pt x="900" y="8313"/>
                  </a:lnTo>
                  <a:cubicBezTo>
                    <a:pt x="443" y="8003"/>
                    <a:pt x="296" y="7427"/>
                    <a:pt x="566" y="7023"/>
                  </a:cubicBezTo>
                  <a:lnTo>
                    <a:pt x="4939" y="524"/>
                  </a:lnTo>
                  <a:cubicBezTo>
                    <a:pt x="5059" y="347"/>
                    <a:pt x="5233" y="258"/>
                    <a:pt x="5442" y="258"/>
                  </a:cubicBezTo>
                  <a:cubicBezTo>
                    <a:pt x="5648" y="258"/>
                    <a:pt x="5888" y="345"/>
                    <a:pt x="6144" y="517"/>
                  </a:cubicBezTo>
                  <a:lnTo>
                    <a:pt x="6320" y="633"/>
                  </a:lnTo>
                  <a:cubicBezTo>
                    <a:pt x="6334" y="643"/>
                    <a:pt x="6350" y="647"/>
                    <a:pt x="6365" y="647"/>
                  </a:cubicBezTo>
                  <a:cubicBezTo>
                    <a:pt x="6372" y="647"/>
                    <a:pt x="6380" y="646"/>
                    <a:pt x="6387" y="644"/>
                  </a:cubicBezTo>
                  <a:cubicBezTo>
                    <a:pt x="6408" y="637"/>
                    <a:pt x="6425" y="619"/>
                    <a:pt x="6432" y="594"/>
                  </a:cubicBezTo>
                  <a:cubicBezTo>
                    <a:pt x="6443" y="573"/>
                    <a:pt x="6453" y="556"/>
                    <a:pt x="6471" y="535"/>
                  </a:cubicBezTo>
                  <a:cubicBezTo>
                    <a:pt x="6485" y="517"/>
                    <a:pt x="6492" y="496"/>
                    <a:pt x="6489" y="475"/>
                  </a:cubicBezTo>
                  <a:cubicBezTo>
                    <a:pt x="6485" y="454"/>
                    <a:pt x="6474" y="433"/>
                    <a:pt x="6457" y="422"/>
                  </a:cubicBezTo>
                  <a:lnTo>
                    <a:pt x="6285" y="306"/>
                  </a:lnTo>
                  <a:cubicBezTo>
                    <a:pt x="5981" y="102"/>
                    <a:pt x="5687" y="1"/>
                    <a:pt x="54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" name="Google Shape;725;p15"/>
          <p:cNvGrpSpPr/>
          <p:nvPr/>
        </p:nvGrpSpPr>
        <p:grpSpPr>
          <a:xfrm rot="-2522222">
            <a:off x="291499" y="226225"/>
            <a:ext cx="254060" cy="313335"/>
            <a:chOff x="2700514" y="4184106"/>
            <a:chExt cx="254064" cy="313340"/>
          </a:xfrm>
        </p:grpSpPr>
        <p:sp>
          <p:nvSpPr>
            <p:cNvPr id="726" name="Google Shape;726;p15"/>
            <p:cNvSpPr/>
            <p:nvPr/>
          </p:nvSpPr>
          <p:spPr>
            <a:xfrm>
              <a:off x="2700514" y="4322101"/>
              <a:ext cx="131744" cy="175345"/>
            </a:xfrm>
            <a:custGeom>
              <a:avLst/>
              <a:gdLst/>
              <a:ahLst/>
              <a:cxnLst/>
              <a:rect l="l" t="t" r="r" b="b"/>
              <a:pathLst>
                <a:path w="4194" h="5582" extrusionOk="0">
                  <a:moveTo>
                    <a:pt x="3195" y="0"/>
                  </a:moveTo>
                  <a:lnTo>
                    <a:pt x="0" y="5582"/>
                  </a:lnTo>
                  <a:lnTo>
                    <a:pt x="4193" y="710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5"/>
            <p:cNvSpPr/>
            <p:nvPr/>
          </p:nvSpPr>
          <p:spPr>
            <a:xfrm>
              <a:off x="2817871" y="4184106"/>
              <a:ext cx="136707" cy="103316"/>
            </a:xfrm>
            <a:custGeom>
              <a:avLst/>
              <a:gdLst/>
              <a:ahLst/>
              <a:cxnLst/>
              <a:rect l="l" t="t" r="r" b="b"/>
              <a:pathLst>
                <a:path w="4352" h="3289" extrusionOk="0">
                  <a:moveTo>
                    <a:pt x="541" y="0"/>
                  </a:moveTo>
                  <a:cubicBezTo>
                    <a:pt x="392" y="0"/>
                    <a:pt x="246" y="70"/>
                    <a:pt x="151" y="200"/>
                  </a:cubicBezTo>
                  <a:cubicBezTo>
                    <a:pt x="0" y="415"/>
                    <a:pt x="50" y="713"/>
                    <a:pt x="264" y="865"/>
                  </a:cubicBezTo>
                  <a:lnTo>
                    <a:pt x="3533" y="3198"/>
                  </a:lnTo>
                  <a:cubicBezTo>
                    <a:pt x="3617" y="3259"/>
                    <a:pt x="3715" y="3288"/>
                    <a:pt x="3811" y="3288"/>
                  </a:cubicBezTo>
                  <a:cubicBezTo>
                    <a:pt x="3960" y="3288"/>
                    <a:pt x="4105" y="3219"/>
                    <a:pt x="4197" y="3089"/>
                  </a:cubicBezTo>
                  <a:cubicBezTo>
                    <a:pt x="4352" y="2875"/>
                    <a:pt x="4302" y="2576"/>
                    <a:pt x="4088" y="2422"/>
                  </a:cubicBezTo>
                  <a:lnTo>
                    <a:pt x="816" y="88"/>
                  </a:lnTo>
                  <a:cubicBezTo>
                    <a:pt x="732" y="29"/>
                    <a:pt x="636" y="0"/>
                    <a:pt x="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5"/>
            <p:cNvSpPr/>
            <p:nvPr/>
          </p:nvSpPr>
          <p:spPr>
            <a:xfrm>
              <a:off x="2724576" y="4314719"/>
              <a:ext cx="136833" cy="103221"/>
            </a:xfrm>
            <a:custGeom>
              <a:avLst/>
              <a:gdLst/>
              <a:ahLst/>
              <a:cxnLst/>
              <a:rect l="l" t="t" r="r" b="b"/>
              <a:pathLst>
                <a:path w="4356" h="3286" extrusionOk="0">
                  <a:moveTo>
                    <a:pt x="543" y="0"/>
                  </a:moveTo>
                  <a:cubicBezTo>
                    <a:pt x="394" y="0"/>
                    <a:pt x="247" y="69"/>
                    <a:pt x="155" y="200"/>
                  </a:cubicBezTo>
                  <a:cubicBezTo>
                    <a:pt x="0" y="415"/>
                    <a:pt x="50" y="710"/>
                    <a:pt x="264" y="864"/>
                  </a:cubicBezTo>
                  <a:lnTo>
                    <a:pt x="3536" y="3198"/>
                  </a:lnTo>
                  <a:cubicBezTo>
                    <a:pt x="3620" y="3257"/>
                    <a:pt x="3717" y="3286"/>
                    <a:pt x="3812" y="3286"/>
                  </a:cubicBezTo>
                  <a:cubicBezTo>
                    <a:pt x="3961" y="3286"/>
                    <a:pt x="4108" y="3216"/>
                    <a:pt x="4200" y="3086"/>
                  </a:cubicBezTo>
                  <a:cubicBezTo>
                    <a:pt x="4355" y="2871"/>
                    <a:pt x="4306" y="2576"/>
                    <a:pt x="4088" y="2421"/>
                  </a:cubicBezTo>
                  <a:lnTo>
                    <a:pt x="819" y="88"/>
                  </a:lnTo>
                  <a:cubicBezTo>
                    <a:pt x="736" y="29"/>
                    <a:pt x="639" y="0"/>
                    <a:pt x="5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5"/>
            <p:cNvSpPr/>
            <p:nvPr/>
          </p:nvSpPr>
          <p:spPr>
            <a:xfrm>
              <a:off x="2751402" y="4205718"/>
              <a:ext cx="176790" cy="190266"/>
            </a:xfrm>
            <a:custGeom>
              <a:avLst/>
              <a:gdLst/>
              <a:ahLst/>
              <a:cxnLst/>
              <a:rect l="l" t="t" r="r" b="b"/>
              <a:pathLst>
                <a:path w="5628" h="6057" extrusionOk="0">
                  <a:moveTo>
                    <a:pt x="2967" y="1"/>
                  </a:moveTo>
                  <a:lnTo>
                    <a:pt x="0" y="4155"/>
                  </a:lnTo>
                  <a:lnTo>
                    <a:pt x="2661" y="6057"/>
                  </a:lnTo>
                  <a:lnTo>
                    <a:pt x="5628" y="1899"/>
                  </a:lnTo>
                  <a:lnTo>
                    <a:pt x="29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15"/>
          <p:cNvGrpSpPr/>
          <p:nvPr/>
        </p:nvGrpSpPr>
        <p:grpSpPr>
          <a:xfrm>
            <a:off x="8817811" y="3664481"/>
            <a:ext cx="137078" cy="137078"/>
            <a:chOff x="2495900" y="1640275"/>
            <a:chExt cx="94050" cy="94050"/>
          </a:xfrm>
        </p:grpSpPr>
        <p:sp>
          <p:nvSpPr>
            <p:cNvPr id="731" name="Google Shape;731;p15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5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3" name="Google Shape;733;p15"/>
          <p:cNvGrpSpPr/>
          <p:nvPr/>
        </p:nvGrpSpPr>
        <p:grpSpPr>
          <a:xfrm rot="-5400000">
            <a:off x="1060859" y="24222"/>
            <a:ext cx="225985" cy="540514"/>
            <a:chOff x="5273600" y="602550"/>
            <a:chExt cx="155050" cy="370850"/>
          </a:xfrm>
        </p:grpSpPr>
        <p:sp>
          <p:nvSpPr>
            <p:cNvPr id="734" name="Google Shape;734;p15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5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5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5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5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5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5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5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5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5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5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5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5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5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5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5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5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5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2" name="Google Shape;752;p15"/>
          <p:cNvGrpSpPr/>
          <p:nvPr/>
        </p:nvGrpSpPr>
        <p:grpSpPr>
          <a:xfrm>
            <a:off x="644686" y="539506"/>
            <a:ext cx="137078" cy="137078"/>
            <a:chOff x="2495900" y="1640275"/>
            <a:chExt cx="94050" cy="94050"/>
          </a:xfrm>
        </p:grpSpPr>
        <p:sp>
          <p:nvSpPr>
            <p:cNvPr id="753" name="Google Shape;753;p15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5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4"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6"/>
          <p:cNvSpPr/>
          <p:nvPr/>
        </p:nvSpPr>
        <p:spPr>
          <a:xfrm rot="-1940348" flipH="1">
            <a:off x="1061176" y="-546521"/>
            <a:ext cx="8520727" cy="6438185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16"/>
          <p:cNvSpPr txBox="1">
            <a:spLocks noGrp="1"/>
          </p:cNvSpPr>
          <p:nvPr>
            <p:ph type="title" hasCustomPrompt="1"/>
          </p:nvPr>
        </p:nvSpPr>
        <p:spPr>
          <a:xfrm>
            <a:off x="3217476" y="790425"/>
            <a:ext cx="2606700" cy="82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58" name="Google Shape;758;p16"/>
          <p:cNvSpPr txBox="1">
            <a:spLocks noGrp="1"/>
          </p:cNvSpPr>
          <p:nvPr>
            <p:ph type="subTitle" idx="1"/>
          </p:nvPr>
        </p:nvSpPr>
        <p:spPr>
          <a:xfrm>
            <a:off x="3217478" y="1631066"/>
            <a:ext cx="2606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9" name="Google Shape;759;p16"/>
          <p:cNvSpPr txBox="1">
            <a:spLocks noGrp="1"/>
          </p:cNvSpPr>
          <p:nvPr>
            <p:ph type="title" idx="2" hasCustomPrompt="1"/>
          </p:nvPr>
        </p:nvSpPr>
        <p:spPr>
          <a:xfrm>
            <a:off x="5824116" y="790438"/>
            <a:ext cx="2606700" cy="82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60" name="Google Shape;760;p16"/>
          <p:cNvSpPr txBox="1">
            <a:spLocks noGrp="1"/>
          </p:cNvSpPr>
          <p:nvPr>
            <p:ph type="subTitle" idx="3"/>
          </p:nvPr>
        </p:nvSpPr>
        <p:spPr>
          <a:xfrm>
            <a:off x="5824116" y="1631068"/>
            <a:ext cx="2606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1" name="Google Shape;761;p16"/>
          <p:cNvSpPr txBox="1">
            <a:spLocks noGrp="1"/>
          </p:cNvSpPr>
          <p:nvPr>
            <p:ph type="title" idx="4" hasCustomPrompt="1"/>
          </p:nvPr>
        </p:nvSpPr>
        <p:spPr>
          <a:xfrm>
            <a:off x="5824116" y="2761421"/>
            <a:ext cx="2606700" cy="82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62" name="Google Shape;762;p16"/>
          <p:cNvSpPr txBox="1">
            <a:spLocks noGrp="1"/>
          </p:cNvSpPr>
          <p:nvPr>
            <p:ph type="subTitle" idx="5"/>
          </p:nvPr>
        </p:nvSpPr>
        <p:spPr>
          <a:xfrm>
            <a:off x="5824116" y="3602052"/>
            <a:ext cx="2606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3" name="Google Shape;763;p16"/>
          <p:cNvSpPr txBox="1">
            <a:spLocks noGrp="1"/>
          </p:cNvSpPr>
          <p:nvPr>
            <p:ph type="title" idx="6" hasCustomPrompt="1"/>
          </p:nvPr>
        </p:nvSpPr>
        <p:spPr>
          <a:xfrm>
            <a:off x="3217478" y="2761420"/>
            <a:ext cx="2606700" cy="82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64" name="Google Shape;764;p16"/>
          <p:cNvSpPr txBox="1">
            <a:spLocks noGrp="1"/>
          </p:cNvSpPr>
          <p:nvPr>
            <p:ph type="subTitle" idx="7"/>
          </p:nvPr>
        </p:nvSpPr>
        <p:spPr>
          <a:xfrm>
            <a:off x="3217478" y="3602051"/>
            <a:ext cx="2606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5" name="Google Shape;765;p16"/>
          <p:cNvSpPr txBox="1">
            <a:spLocks noGrp="1"/>
          </p:cNvSpPr>
          <p:nvPr>
            <p:ph type="subTitle" idx="8"/>
          </p:nvPr>
        </p:nvSpPr>
        <p:spPr>
          <a:xfrm>
            <a:off x="3217478" y="1843759"/>
            <a:ext cx="260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6" name="Google Shape;766;p16"/>
          <p:cNvSpPr txBox="1">
            <a:spLocks noGrp="1"/>
          </p:cNvSpPr>
          <p:nvPr>
            <p:ph type="subTitle" idx="9"/>
          </p:nvPr>
        </p:nvSpPr>
        <p:spPr>
          <a:xfrm>
            <a:off x="5824116" y="1843761"/>
            <a:ext cx="260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7" name="Google Shape;767;p16"/>
          <p:cNvSpPr txBox="1">
            <a:spLocks noGrp="1"/>
          </p:cNvSpPr>
          <p:nvPr>
            <p:ph type="subTitle" idx="13"/>
          </p:nvPr>
        </p:nvSpPr>
        <p:spPr>
          <a:xfrm>
            <a:off x="5824116" y="3820311"/>
            <a:ext cx="260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8" name="Google Shape;768;p16"/>
          <p:cNvSpPr txBox="1">
            <a:spLocks noGrp="1"/>
          </p:cNvSpPr>
          <p:nvPr>
            <p:ph type="subTitle" idx="14"/>
          </p:nvPr>
        </p:nvSpPr>
        <p:spPr>
          <a:xfrm>
            <a:off x="3217478" y="3820310"/>
            <a:ext cx="260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769" name="Google Shape;769;p16"/>
          <p:cNvGrpSpPr/>
          <p:nvPr/>
        </p:nvGrpSpPr>
        <p:grpSpPr>
          <a:xfrm rot="10800000">
            <a:off x="316956" y="993492"/>
            <a:ext cx="27510" cy="798273"/>
            <a:chOff x="6054850" y="1271775"/>
            <a:chExt cx="18875" cy="547700"/>
          </a:xfrm>
        </p:grpSpPr>
        <p:sp>
          <p:nvSpPr>
            <p:cNvPr id="770" name="Google Shape;770;p16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16"/>
          <p:cNvGrpSpPr/>
          <p:nvPr/>
        </p:nvGrpSpPr>
        <p:grpSpPr>
          <a:xfrm>
            <a:off x="8139936" y="281218"/>
            <a:ext cx="137078" cy="137078"/>
            <a:chOff x="2495900" y="1640275"/>
            <a:chExt cx="94050" cy="94050"/>
          </a:xfrm>
        </p:grpSpPr>
        <p:sp>
          <p:nvSpPr>
            <p:cNvPr id="776" name="Google Shape;776;p16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8" name="Google Shape;778;p16"/>
          <p:cNvGrpSpPr/>
          <p:nvPr/>
        </p:nvGrpSpPr>
        <p:grpSpPr>
          <a:xfrm>
            <a:off x="8608897" y="434755"/>
            <a:ext cx="344232" cy="424544"/>
            <a:chOff x="2700514" y="4184106"/>
            <a:chExt cx="254064" cy="313340"/>
          </a:xfrm>
        </p:grpSpPr>
        <p:sp>
          <p:nvSpPr>
            <p:cNvPr id="779" name="Google Shape;779;p16"/>
            <p:cNvSpPr/>
            <p:nvPr/>
          </p:nvSpPr>
          <p:spPr>
            <a:xfrm>
              <a:off x="2700514" y="4322101"/>
              <a:ext cx="131744" cy="175345"/>
            </a:xfrm>
            <a:custGeom>
              <a:avLst/>
              <a:gdLst/>
              <a:ahLst/>
              <a:cxnLst/>
              <a:rect l="l" t="t" r="r" b="b"/>
              <a:pathLst>
                <a:path w="4194" h="5582" extrusionOk="0">
                  <a:moveTo>
                    <a:pt x="3195" y="0"/>
                  </a:moveTo>
                  <a:lnTo>
                    <a:pt x="0" y="5582"/>
                  </a:lnTo>
                  <a:lnTo>
                    <a:pt x="4193" y="710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2817871" y="4184106"/>
              <a:ext cx="136707" cy="103316"/>
            </a:xfrm>
            <a:custGeom>
              <a:avLst/>
              <a:gdLst/>
              <a:ahLst/>
              <a:cxnLst/>
              <a:rect l="l" t="t" r="r" b="b"/>
              <a:pathLst>
                <a:path w="4352" h="3289" extrusionOk="0">
                  <a:moveTo>
                    <a:pt x="541" y="0"/>
                  </a:moveTo>
                  <a:cubicBezTo>
                    <a:pt x="392" y="0"/>
                    <a:pt x="246" y="70"/>
                    <a:pt x="151" y="200"/>
                  </a:cubicBezTo>
                  <a:cubicBezTo>
                    <a:pt x="0" y="415"/>
                    <a:pt x="50" y="713"/>
                    <a:pt x="264" y="865"/>
                  </a:cubicBezTo>
                  <a:lnTo>
                    <a:pt x="3533" y="3198"/>
                  </a:lnTo>
                  <a:cubicBezTo>
                    <a:pt x="3617" y="3259"/>
                    <a:pt x="3715" y="3288"/>
                    <a:pt x="3811" y="3288"/>
                  </a:cubicBezTo>
                  <a:cubicBezTo>
                    <a:pt x="3960" y="3288"/>
                    <a:pt x="4105" y="3219"/>
                    <a:pt x="4197" y="3089"/>
                  </a:cubicBezTo>
                  <a:cubicBezTo>
                    <a:pt x="4352" y="2875"/>
                    <a:pt x="4302" y="2576"/>
                    <a:pt x="4088" y="2422"/>
                  </a:cubicBezTo>
                  <a:lnTo>
                    <a:pt x="816" y="88"/>
                  </a:lnTo>
                  <a:cubicBezTo>
                    <a:pt x="732" y="29"/>
                    <a:pt x="636" y="0"/>
                    <a:pt x="5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2724576" y="4314719"/>
              <a:ext cx="136833" cy="103221"/>
            </a:xfrm>
            <a:custGeom>
              <a:avLst/>
              <a:gdLst/>
              <a:ahLst/>
              <a:cxnLst/>
              <a:rect l="l" t="t" r="r" b="b"/>
              <a:pathLst>
                <a:path w="4356" h="3286" extrusionOk="0">
                  <a:moveTo>
                    <a:pt x="543" y="0"/>
                  </a:moveTo>
                  <a:cubicBezTo>
                    <a:pt x="394" y="0"/>
                    <a:pt x="247" y="69"/>
                    <a:pt x="155" y="200"/>
                  </a:cubicBezTo>
                  <a:cubicBezTo>
                    <a:pt x="0" y="415"/>
                    <a:pt x="50" y="710"/>
                    <a:pt x="264" y="864"/>
                  </a:cubicBezTo>
                  <a:lnTo>
                    <a:pt x="3536" y="3198"/>
                  </a:lnTo>
                  <a:cubicBezTo>
                    <a:pt x="3620" y="3257"/>
                    <a:pt x="3717" y="3286"/>
                    <a:pt x="3812" y="3286"/>
                  </a:cubicBezTo>
                  <a:cubicBezTo>
                    <a:pt x="3961" y="3286"/>
                    <a:pt x="4108" y="3216"/>
                    <a:pt x="4200" y="3086"/>
                  </a:cubicBezTo>
                  <a:cubicBezTo>
                    <a:pt x="4355" y="2871"/>
                    <a:pt x="4306" y="2576"/>
                    <a:pt x="4088" y="2421"/>
                  </a:cubicBezTo>
                  <a:lnTo>
                    <a:pt x="819" y="88"/>
                  </a:lnTo>
                  <a:cubicBezTo>
                    <a:pt x="736" y="29"/>
                    <a:pt x="639" y="0"/>
                    <a:pt x="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2751402" y="4205718"/>
              <a:ext cx="176790" cy="190266"/>
            </a:xfrm>
            <a:custGeom>
              <a:avLst/>
              <a:gdLst/>
              <a:ahLst/>
              <a:cxnLst/>
              <a:rect l="l" t="t" r="r" b="b"/>
              <a:pathLst>
                <a:path w="5628" h="6057" extrusionOk="0">
                  <a:moveTo>
                    <a:pt x="2967" y="1"/>
                  </a:moveTo>
                  <a:lnTo>
                    <a:pt x="0" y="4155"/>
                  </a:lnTo>
                  <a:lnTo>
                    <a:pt x="2661" y="6057"/>
                  </a:lnTo>
                  <a:lnTo>
                    <a:pt x="5628" y="1899"/>
                  </a:lnTo>
                  <a:lnTo>
                    <a:pt x="29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3" name="Google Shape;783;p16"/>
          <p:cNvGrpSpPr/>
          <p:nvPr/>
        </p:nvGrpSpPr>
        <p:grpSpPr>
          <a:xfrm>
            <a:off x="81798" y="377864"/>
            <a:ext cx="631432" cy="538309"/>
            <a:chOff x="3163880" y="4192776"/>
            <a:chExt cx="466036" cy="397305"/>
          </a:xfrm>
        </p:grpSpPr>
        <p:sp>
          <p:nvSpPr>
            <p:cNvPr id="784" name="Google Shape;784;p16"/>
            <p:cNvSpPr/>
            <p:nvPr/>
          </p:nvSpPr>
          <p:spPr>
            <a:xfrm>
              <a:off x="3191366" y="4209707"/>
              <a:ext cx="391211" cy="348899"/>
            </a:xfrm>
            <a:custGeom>
              <a:avLst/>
              <a:gdLst/>
              <a:ahLst/>
              <a:cxnLst/>
              <a:rect l="l" t="t" r="r" b="b"/>
              <a:pathLst>
                <a:path w="12454" h="11107" extrusionOk="0">
                  <a:moveTo>
                    <a:pt x="1621" y="0"/>
                  </a:moveTo>
                  <a:lnTo>
                    <a:pt x="1" y="1912"/>
                  </a:lnTo>
                  <a:lnTo>
                    <a:pt x="10833" y="11107"/>
                  </a:lnTo>
                  <a:lnTo>
                    <a:pt x="12453" y="9198"/>
                  </a:lnTo>
                  <a:lnTo>
                    <a:pt x="16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3206821" y="4227801"/>
              <a:ext cx="360270" cy="312492"/>
            </a:xfrm>
            <a:custGeom>
              <a:avLst/>
              <a:gdLst/>
              <a:ahLst/>
              <a:cxnLst/>
              <a:rect l="l" t="t" r="r" b="b"/>
              <a:pathLst>
                <a:path w="11469" h="9948" extrusionOk="0">
                  <a:moveTo>
                    <a:pt x="637" y="1"/>
                  </a:moveTo>
                  <a:lnTo>
                    <a:pt x="1" y="749"/>
                  </a:lnTo>
                  <a:lnTo>
                    <a:pt x="10836" y="9947"/>
                  </a:lnTo>
                  <a:lnTo>
                    <a:pt x="11469" y="9199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3531186" y="4497854"/>
              <a:ext cx="98729" cy="92227"/>
            </a:xfrm>
            <a:custGeom>
              <a:avLst/>
              <a:gdLst/>
              <a:ahLst/>
              <a:cxnLst/>
              <a:rect l="l" t="t" r="r" b="b"/>
              <a:pathLst>
                <a:path w="3143" h="2936" extrusionOk="0">
                  <a:moveTo>
                    <a:pt x="1621" y="1"/>
                  </a:moveTo>
                  <a:lnTo>
                    <a:pt x="1" y="1909"/>
                  </a:lnTo>
                  <a:lnTo>
                    <a:pt x="3143" y="293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3594451" y="4556941"/>
              <a:ext cx="35465" cy="33140"/>
            </a:xfrm>
            <a:custGeom>
              <a:avLst/>
              <a:gdLst/>
              <a:ahLst/>
              <a:cxnLst/>
              <a:rect l="l" t="t" r="r" b="b"/>
              <a:pathLst>
                <a:path w="1129" h="1055" extrusionOk="0">
                  <a:moveTo>
                    <a:pt x="584" y="0"/>
                  </a:moveTo>
                  <a:lnTo>
                    <a:pt x="1" y="685"/>
                  </a:lnTo>
                  <a:lnTo>
                    <a:pt x="1129" y="1054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3163880" y="4192776"/>
              <a:ext cx="70678" cy="70050"/>
            </a:xfrm>
            <a:custGeom>
              <a:avLst/>
              <a:gdLst/>
              <a:ahLst/>
              <a:cxnLst/>
              <a:rect l="l" t="t" r="r" b="b"/>
              <a:pathLst>
                <a:path w="2250" h="2230" extrusionOk="0">
                  <a:moveTo>
                    <a:pt x="1391" y="0"/>
                  </a:moveTo>
                  <a:cubicBezTo>
                    <a:pt x="1036" y="0"/>
                    <a:pt x="688" y="146"/>
                    <a:pt x="447" y="434"/>
                  </a:cubicBezTo>
                  <a:cubicBezTo>
                    <a:pt x="0" y="961"/>
                    <a:pt x="78" y="1762"/>
                    <a:pt x="626" y="2230"/>
                  </a:cubicBezTo>
                  <a:lnTo>
                    <a:pt x="2250" y="318"/>
                  </a:lnTo>
                  <a:cubicBezTo>
                    <a:pt x="1998" y="105"/>
                    <a:pt x="1692" y="0"/>
                    <a:pt x="1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3178015" y="4197111"/>
              <a:ext cx="87798" cy="92541"/>
            </a:xfrm>
            <a:custGeom>
              <a:avLst/>
              <a:gdLst/>
              <a:ahLst/>
              <a:cxnLst/>
              <a:rect l="l" t="t" r="r" b="b"/>
              <a:pathLst>
                <a:path w="2795" h="2946" extrusionOk="0">
                  <a:moveTo>
                    <a:pt x="1747" y="1"/>
                  </a:moveTo>
                  <a:lnTo>
                    <a:pt x="0" y="2057"/>
                  </a:lnTo>
                  <a:lnTo>
                    <a:pt x="1051" y="2946"/>
                  </a:lnTo>
                  <a:lnTo>
                    <a:pt x="2794" y="890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" name="Google Shape;790;p16"/>
          <p:cNvGrpSpPr/>
          <p:nvPr/>
        </p:nvGrpSpPr>
        <p:grpSpPr>
          <a:xfrm>
            <a:off x="604079" y="113618"/>
            <a:ext cx="218294" cy="325760"/>
            <a:chOff x="2010570" y="3984637"/>
            <a:chExt cx="161115" cy="240431"/>
          </a:xfrm>
        </p:grpSpPr>
        <p:sp>
          <p:nvSpPr>
            <p:cNvPr id="791" name="Google Shape;791;p16"/>
            <p:cNvSpPr/>
            <p:nvPr/>
          </p:nvSpPr>
          <p:spPr>
            <a:xfrm>
              <a:off x="2013554" y="4029054"/>
              <a:ext cx="124456" cy="188412"/>
            </a:xfrm>
            <a:custGeom>
              <a:avLst/>
              <a:gdLst/>
              <a:ahLst/>
              <a:cxnLst/>
              <a:rect l="l" t="t" r="r" b="b"/>
              <a:pathLst>
                <a:path w="3962" h="5998" extrusionOk="0">
                  <a:moveTo>
                    <a:pt x="3210" y="1"/>
                  </a:moveTo>
                  <a:cubicBezTo>
                    <a:pt x="2969" y="1"/>
                    <a:pt x="2716" y="158"/>
                    <a:pt x="2577" y="423"/>
                  </a:cubicBezTo>
                  <a:lnTo>
                    <a:pt x="187" y="4992"/>
                  </a:lnTo>
                  <a:cubicBezTo>
                    <a:pt x="1" y="5347"/>
                    <a:pt x="89" y="5762"/>
                    <a:pt x="384" y="5916"/>
                  </a:cubicBezTo>
                  <a:lnTo>
                    <a:pt x="514" y="5983"/>
                  </a:lnTo>
                  <a:cubicBezTo>
                    <a:pt x="525" y="5990"/>
                    <a:pt x="535" y="5994"/>
                    <a:pt x="546" y="5997"/>
                  </a:cubicBezTo>
                  <a:cubicBezTo>
                    <a:pt x="553" y="5973"/>
                    <a:pt x="581" y="5969"/>
                    <a:pt x="595" y="5945"/>
                  </a:cubicBezTo>
                  <a:cubicBezTo>
                    <a:pt x="588" y="5941"/>
                    <a:pt x="567" y="5920"/>
                    <a:pt x="556" y="5913"/>
                  </a:cubicBezTo>
                  <a:lnTo>
                    <a:pt x="437" y="5850"/>
                  </a:lnTo>
                  <a:cubicBezTo>
                    <a:pt x="170" y="5713"/>
                    <a:pt x="68" y="5340"/>
                    <a:pt x="236" y="5020"/>
                  </a:cubicBezTo>
                  <a:lnTo>
                    <a:pt x="2626" y="451"/>
                  </a:lnTo>
                  <a:cubicBezTo>
                    <a:pt x="2752" y="211"/>
                    <a:pt x="2980" y="68"/>
                    <a:pt x="3199" y="68"/>
                  </a:cubicBezTo>
                  <a:cubicBezTo>
                    <a:pt x="3274" y="68"/>
                    <a:pt x="3349" y="85"/>
                    <a:pt x="3417" y="121"/>
                  </a:cubicBezTo>
                  <a:lnTo>
                    <a:pt x="3544" y="188"/>
                  </a:lnTo>
                  <a:cubicBezTo>
                    <a:pt x="3811" y="328"/>
                    <a:pt x="3892" y="701"/>
                    <a:pt x="3723" y="1024"/>
                  </a:cubicBezTo>
                  <a:lnTo>
                    <a:pt x="2725" y="2933"/>
                  </a:lnTo>
                  <a:cubicBezTo>
                    <a:pt x="2708" y="2963"/>
                    <a:pt x="2727" y="2986"/>
                    <a:pt x="2746" y="2986"/>
                  </a:cubicBezTo>
                  <a:cubicBezTo>
                    <a:pt x="2755" y="2986"/>
                    <a:pt x="2765" y="2980"/>
                    <a:pt x="2770" y="2968"/>
                  </a:cubicBezTo>
                  <a:lnTo>
                    <a:pt x="3776" y="1049"/>
                  </a:lnTo>
                  <a:cubicBezTo>
                    <a:pt x="3962" y="694"/>
                    <a:pt x="3871" y="279"/>
                    <a:pt x="3575" y="124"/>
                  </a:cubicBezTo>
                  <a:lnTo>
                    <a:pt x="3449" y="57"/>
                  </a:lnTo>
                  <a:cubicBezTo>
                    <a:pt x="3374" y="19"/>
                    <a:pt x="3293" y="1"/>
                    <a:pt x="3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2012015" y="4027766"/>
              <a:ext cx="127441" cy="190925"/>
            </a:xfrm>
            <a:custGeom>
              <a:avLst/>
              <a:gdLst/>
              <a:ahLst/>
              <a:cxnLst/>
              <a:rect l="l" t="t" r="r" b="b"/>
              <a:pathLst>
                <a:path w="4057" h="6078" extrusionOk="0">
                  <a:moveTo>
                    <a:pt x="3256" y="1"/>
                  </a:moveTo>
                  <a:cubicBezTo>
                    <a:pt x="3000" y="1"/>
                    <a:pt x="2734" y="167"/>
                    <a:pt x="2587" y="446"/>
                  </a:cubicBezTo>
                  <a:lnTo>
                    <a:pt x="197" y="5016"/>
                  </a:lnTo>
                  <a:cubicBezTo>
                    <a:pt x="1" y="5392"/>
                    <a:pt x="99" y="5831"/>
                    <a:pt x="415" y="5996"/>
                  </a:cubicBezTo>
                  <a:lnTo>
                    <a:pt x="542" y="6063"/>
                  </a:lnTo>
                  <a:cubicBezTo>
                    <a:pt x="549" y="6066"/>
                    <a:pt x="559" y="6070"/>
                    <a:pt x="570" y="6073"/>
                  </a:cubicBezTo>
                  <a:cubicBezTo>
                    <a:pt x="576" y="6076"/>
                    <a:pt x="583" y="6078"/>
                    <a:pt x="590" y="6078"/>
                  </a:cubicBezTo>
                  <a:cubicBezTo>
                    <a:pt x="596" y="6078"/>
                    <a:pt x="601" y="6076"/>
                    <a:pt x="605" y="6073"/>
                  </a:cubicBezTo>
                  <a:cubicBezTo>
                    <a:pt x="616" y="6070"/>
                    <a:pt x="630" y="6063"/>
                    <a:pt x="633" y="6052"/>
                  </a:cubicBezTo>
                  <a:cubicBezTo>
                    <a:pt x="633" y="6052"/>
                    <a:pt x="637" y="6045"/>
                    <a:pt x="644" y="6042"/>
                  </a:cubicBezTo>
                  <a:cubicBezTo>
                    <a:pt x="651" y="6038"/>
                    <a:pt x="661" y="6031"/>
                    <a:pt x="668" y="6021"/>
                  </a:cubicBezTo>
                  <a:cubicBezTo>
                    <a:pt x="675" y="6017"/>
                    <a:pt x="679" y="6014"/>
                    <a:pt x="682" y="6007"/>
                  </a:cubicBezTo>
                  <a:cubicBezTo>
                    <a:pt x="693" y="5986"/>
                    <a:pt x="686" y="5957"/>
                    <a:pt x="665" y="5950"/>
                  </a:cubicBezTo>
                  <a:lnTo>
                    <a:pt x="661" y="5950"/>
                  </a:lnTo>
                  <a:cubicBezTo>
                    <a:pt x="661" y="5947"/>
                    <a:pt x="654" y="5943"/>
                    <a:pt x="651" y="5940"/>
                  </a:cubicBezTo>
                  <a:cubicBezTo>
                    <a:pt x="640" y="5929"/>
                    <a:pt x="633" y="5922"/>
                    <a:pt x="623" y="5919"/>
                  </a:cubicBezTo>
                  <a:lnTo>
                    <a:pt x="503" y="5856"/>
                  </a:lnTo>
                  <a:cubicBezTo>
                    <a:pt x="250" y="5722"/>
                    <a:pt x="169" y="5374"/>
                    <a:pt x="320" y="5079"/>
                  </a:cubicBezTo>
                  <a:lnTo>
                    <a:pt x="2710" y="510"/>
                  </a:lnTo>
                  <a:cubicBezTo>
                    <a:pt x="2829" y="284"/>
                    <a:pt x="3043" y="148"/>
                    <a:pt x="3246" y="148"/>
                  </a:cubicBezTo>
                  <a:cubicBezTo>
                    <a:pt x="3315" y="148"/>
                    <a:pt x="3383" y="164"/>
                    <a:pt x="3445" y="197"/>
                  </a:cubicBezTo>
                  <a:lnTo>
                    <a:pt x="3575" y="264"/>
                  </a:lnTo>
                  <a:cubicBezTo>
                    <a:pt x="3821" y="394"/>
                    <a:pt x="3895" y="745"/>
                    <a:pt x="3737" y="1044"/>
                  </a:cubicBezTo>
                  <a:lnTo>
                    <a:pt x="2739" y="2956"/>
                  </a:lnTo>
                  <a:cubicBezTo>
                    <a:pt x="2725" y="2974"/>
                    <a:pt x="2721" y="2998"/>
                    <a:pt x="2728" y="3019"/>
                  </a:cubicBezTo>
                  <a:cubicBezTo>
                    <a:pt x="2732" y="3037"/>
                    <a:pt x="2746" y="3054"/>
                    <a:pt x="2763" y="3061"/>
                  </a:cubicBezTo>
                  <a:cubicBezTo>
                    <a:pt x="2773" y="3067"/>
                    <a:pt x="2784" y="3069"/>
                    <a:pt x="2794" y="3069"/>
                  </a:cubicBezTo>
                  <a:cubicBezTo>
                    <a:pt x="2819" y="3069"/>
                    <a:pt x="2843" y="3055"/>
                    <a:pt x="2858" y="3030"/>
                  </a:cubicBezTo>
                  <a:lnTo>
                    <a:pt x="3860" y="1111"/>
                  </a:lnTo>
                  <a:cubicBezTo>
                    <a:pt x="4057" y="735"/>
                    <a:pt x="3962" y="295"/>
                    <a:pt x="3642" y="130"/>
                  </a:cubicBezTo>
                  <a:lnTo>
                    <a:pt x="3515" y="63"/>
                  </a:lnTo>
                  <a:cubicBezTo>
                    <a:pt x="3434" y="21"/>
                    <a:pt x="3346" y="1"/>
                    <a:pt x="3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2012015" y="4027766"/>
              <a:ext cx="127441" cy="192559"/>
            </a:xfrm>
            <a:custGeom>
              <a:avLst/>
              <a:gdLst/>
              <a:ahLst/>
              <a:cxnLst/>
              <a:rect l="l" t="t" r="r" b="b"/>
              <a:pathLst>
                <a:path w="4057" h="6130" extrusionOk="0">
                  <a:moveTo>
                    <a:pt x="3258" y="1"/>
                  </a:moveTo>
                  <a:cubicBezTo>
                    <a:pt x="3001" y="1"/>
                    <a:pt x="2734" y="167"/>
                    <a:pt x="2587" y="446"/>
                  </a:cubicBezTo>
                  <a:lnTo>
                    <a:pt x="197" y="5016"/>
                  </a:lnTo>
                  <a:cubicBezTo>
                    <a:pt x="1" y="5392"/>
                    <a:pt x="99" y="5806"/>
                    <a:pt x="415" y="5972"/>
                  </a:cubicBezTo>
                  <a:lnTo>
                    <a:pt x="728" y="6130"/>
                  </a:lnTo>
                  <a:cubicBezTo>
                    <a:pt x="742" y="6073"/>
                    <a:pt x="760" y="6063"/>
                    <a:pt x="806" y="6028"/>
                  </a:cubicBezTo>
                  <a:lnTo>
                    <a:pt x="531" y="5880"/>
                  </a:lnTo>
                  <a:cubicBezTo>
                    <a:pt x="278" y="5747"/>
                    <a:pt x="169" y="5374"/>
                    <a:pt x="324" y="5079"/>
                  </a:cubicBezTo>
                  <a:lnTo>
                    <a:pt x="2714" y="510"/>
                  </a:lnTo>
                  <a:cubicBezTo>
                    <a:pt x="2830" y="284"/>
                    <a:pt x="3044" y="150"/>
                    <a:pt x="3247" y="150"/>
                  </a:cubicBezTo>
                  <a:cubicBezTo>
                    <a:pt x="3316" y="150"/>
                    <a:pt x="3383" y="165"/>
                    <a:pt x="3445" y="197"/>
                  </a:cubicBezTo>
                  <a:lnTo>
                    <a:pt x="3575" y="264"/>
                  </a:lnTo>
                  <a:cubicBezTo>
                    <a:pt x="3821" y="394"/>
                    <a:pt x="3895" y="745"/>
                    <a:pt x="3737" y="1044"/>
                  </a:cubicBezTo>
                  <a:lnTo>
                    <a:pt x="2739" y="2956"/>
                  </a:lnTo>
                  <a:cubicBezTo>
                    <a:pt x="2725" y="2974"/>
                    <a:pt x="2721" y="2998"/>
                    <a:pt x="2728" y="3019"/>
                  </a:cubicBezTo>
                  <a:cubicBezTo>
                    <a:pt x="2735" y="3037"/>
                    <a:pt x="2746" y="3051"/>
                    <a:pt x="2763" y="3061"/>
                  </a:cubicBezTo>
                  <a:cubicBezTo>
                    <a:pt x="2773" y="3067"/>
                    <a:pt x="2784" y="3069"/>
                    <a:pt x="2794" y="3069"/>
                  </a:cubicBezTo>
                  <a:cubicBezTo>
                    <a:pt x="2819" y="3069"/>
                    <a:pt x="2842" y="3055"/>
                    <a:pt x="2855" y="3030"/>
                  </a:cubicBezTo>
                  <a:lnTo>
                    <a:pt x="3860" y="1111"/>
                  </a:lnTo>
                  <a:cubicBezTo>
                    <a:pt x="4057" y="735"/>
                    <a:pt x="3958" y="295"/>
                    <a:pt x="3645" y="130"/>
                  </a:cubicBezTo>
                  <a:lnTo>
                    <a:pt x="3515" y="63"/>
                  </a:lnTo>
                  <a:cubicBezTo>
                    <a:pt x="3435" y="21"/>
                    <a:pt x="3347" y="1"/>
                    <a:pt x="32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2010570" y="4026415"/>
              <a:ext cx="130425" cy="195197"/>
            </a:xfrm>
            <a:custGeom>
              <a:avLst/>
              <a:gdLst/>
              <a:ahLst/>
              <a:cxnLst/>
              <a:rect l="l" t="t" r="r" b="b"/>
              <a:pathLst>
                <a:path w="4152" h="6214" extrusionOk="0">
                  <a:moveTo>
                    <a:pt x="3302" y="86"/>
                  </a:moveTo>
                  <a:cubicBezTo>
                    <a:pt x="3386" y="86"/>
                    <a:pt x="3468" y="105"/>
                    <a:pt x="3544" y="145"/>
                  </a:cubicBezTo>
                  <a:lnTo>
                    <a:pt x="3670" y="212"/>
                  </a:lnTo>
                  <a:cubicBezTo>
                    <a:pt x="3966" y="366"/>
                    <a:pt x="4053" y="781"/>
                    <a:pt x="3871" y="1136"/>
                  </a:cubicBezTo>
                  <a:lnTo>
                    <a:pt x="2865" y="3052"/>
                  </a:lnTo>
                  <a:cubicBezTo>
                    <a:pt x="2860" y="3063"/>
                    <a:pt x="2850" y="3069"/>
                    <a:pt x="2839" y="3069"/>
                  </a:cubicBezTo>
                  <a:cubicBezTo>
                    <a:pt x="2828" y="3069"/>
                    <a:pt x="2816" y="3063"/>
                    <a:pt x="2813" y="3052"/>
                  </a:cubicBezTo>
                  <a:cubicBezTo>
                    <a:pt x="2813" y="3041"/>
                    <a:pt x="2813" y="3031"/>
                    <a:pt x="2820" y="3020"/>
                  </a:cubicBezTo>
                  <a:lnTo>
                    <a:pt x="3818" y="1108"/>
                  </a:lnTo>
                  <a:cubicBezTo>
                    <a:pt x="3987" y="785"/>
                    <a:pt x="3906" y="409"/>
                    <a:pt x="3639" y="272"/>
                  </a:cubicBezTo>
                  <a:lnTo>
                    <a:pt x="3512" y="205"/>
                  </a:lnTo>
                  <a:cubicBezTo>
                    <a:pt x="3444" y="169"/>
                    <a:pt x="3369" y="152"/>
                    <a:pt x="3294" y="152"/>
                  </a:cubicBezTo>
                  <a:cubicBezTo>
                    <a:pt x="3075" y="152"/>
                    <a:pt x="2847" y="295"/>
                    <a:pt x="2721" y="535"/>
                  </a:cubicBezTo>
                  <a:lnTo>
                    <a:pt x="331" y="5104"/>
                  </a:lnTo>
                  <a:cubicBezTo>
                    <a:pt x="170" y="5414"/>
                    <a:pt x="275" y="5811"/>
                    <a:pt x="560" y="5958"/>
                  </a:cubicBezTo>
                  <a:lnTo>
                    <a:pt x="778" y="6078"/>
                  </a:lnTo>
                  <a:cubicBezTo>
                    <a:pt x="767" y="6088"/>
                    <a:pt x="760" y="6099"/>
                    <a:pt x="753" y="6116"/>
                  </a:cubicBezTo>
                  <a:lnTo>
                    <a:pt x="479" y="5979"/>
                  </a:lnTo>
                  <a:cubicBezTo>
                    <a:pt x="184" y="5825"/>
                    <a:pt x="99" y="5428"/>
                    <a:pt x="282" y="5080"/>
                  </a:cubicBezTo>
                  <a:lnTo>
                    <a:pt x="2672" y="507"/>
                  </a:lnTo>
                  <a:cubicBezTo>
                    <a:pt x="2810" y="243"/>
                    <a:pt x="3061" y="86"/>
                    <a:pt x="3302" y="86"/>
                  </a:cubicBezTo>
                  <a:close/>
                  <a:moveTo>
                    <a:pt x="3304" y="0"/>
                  </a:moveTo>
                  <a:cubicBezTo>
                    <a:pt x="3032" y="0"/>
                    <a:pt x="2752" y="175"/>
                    <a:pt x="2598" y="468"/>
                  </a:cubicBezTo>
                  <a:lnTo>
                    <a:pt x="208" y="5037"/>
                  </a:lnTo>
                  <a:cubicBezTo>
                    <a:pt x="1" y="5431"/>
                    <a:pt x="103" y="5877"/>
                    <a:pt x="440" y="6053"/>
                  </a:cubicBezTo>
                  <a:lnTo>
                    <a:pt x="753" y="6211"/>
                  </a:lnTo>
                  <a:cubicBezTo>
                    <a:pt x="760" y="6213"/>
                    <a:pt x="766" y="6214"/>
                    <a:pt x="772" y="6214"/>
                  </a:cubicBezTo>
                  <a:cubicBezTo>
                    <a:pt x="779" y="6214"/>
                    <a:pt x="785" y="6213"/>
                    <a:pt x="792" y="6211"/>
                  </a:cubicBezTo>
                  <a:cubicBezTo>
                    <a:pt x="802" y="6204"/>
                    <a:pt x="809" y="6197"/>
                    <a:pt x="813" y="6183"/>
                  </a:cubicBezTo>
                  <a:cubicBezTo>
                    <a:pt x="823" y="6145"/>
                    <a:pt x="834" y="6138"/>
                    <a:pt x="869" y="6106"/>
                  </a:cubicBezTo>
                  <a:cubicBezTo>
                    <a:pt x="880" y="6099"/>
                    <a:pt x="890" y="6081"/>
                    <a:pt x="887" y="6067"/>
                  </a:cubicBezTo>
                  <a:cubicBezTo>
                    <a:pt x="887" y="6053"/>
                    <a:pt x="883" y="6039"/>
                    <a:pt x="869" y="6032"/>
                  </a:cubicBezTo>
                  <a:lnTo>
                    <a:pt x="598" y="5885"/>
                  </a:lnTo>
                  <a:cubicBezTo>
                    <a:pt x="359" y="5761"/>
                    <a:pt x="268" y="5407"/>
                    <a:pt x="405" y="5143"/>
                  </a:cubicBezTo>
                  <a:lnTo>
                    <a:pt x="2795" y="574"/>
                  </a:lnTo>
                  <a:cubicBezTo>
                    <a:pt x="2906" y="363"/>
                    <a:pt x="3104" y="235"/>
                    <a:pt x="3293" y="235"/>
                  </a:cubicBezTo>
                  <a:cubicBezTo>
                    <a:pt x="3355" y="235"/>
                    <a:pt x="3417" y="249"/>
                    <a:pt x="3473" y="279"/>
                  </a:cubicBezTo>
                  <a:lnTo>
                    <a:pt x="3600" y="345"/>
                  </a:lnTo>
                  <a:cubicBezTo>
                    <a:pt x="3828" y="461"/>
                    <a:pt x="3892" y="788"/>
                    <a:pt x="3744" y="1069"/>
                  </a:cubicBezTo>
                  <a:lnTo>
                    <a:pt x="2746" y="2978"/>
                  </a:lnTo>
                  <a:cubicBezTo>
                    <a:pt x="2728" y="3006"/>
                    <a:pt x="2725" y="3041"/>
                    <a:pt x="2735" y="3073"/>
                  </a:cubicBezTo>
                  <a:cubicBezTo>
                    <a:pt x="2742" y="3101"/>
                    <a:pt x="2763" y="3125"/>
                    <a:pt x="2788" y="3140"/>
                  </a:cubicBezTo>
                  <a:cubicBezTo>
                    <a:pt x="2805" y="3149"/>
                    <a:pt x="2823" y="3153"/>
                    <a:pt x="2840" y="3153"/>
                  </a:cubicBezTo>
                  <a:cubicBezTo>
                    <a:pt x="2881" y="3153"/>
                    <a:pt x="2920" y="3130"/>
                    <a:pt x="2939" y="3090"/>
                  </a:cubicBezTo>
                  <a:lnTo>
                    <a:pt x="3944" y="1171"/>
                  </a:lnTo>
                  <a:cubicBezTo>
                    <a:pt x="4152" y="778"/>
                    <a:pt x="4046" y="310"/>
                    <a:pt x="3709" y="134"/>
                  </a:cubicBezTo>
                  <a:lnTo>
                    <a:pt x="3582" y="68"/>
                  </a:lnTo>
                  <a:cubicBezTo>
                    <a:pt x="3494" y="22"/>
                    <a:pt x="3400" y="0"/>
                    <a:pt x="33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2025491" y="3985956"/>
              <a:ext cx="144655" cy="237761"/>
            </a:xfrm>
            <a:custGeom>
              <a:avLst/>
              <a:gdLst/>
              <a:ahLst/>
              <a:cxnLst/>
              <a:rect l="l" t="t" r="r" b="b"/>
              <a:pathLst>
                <a:path w="4605" h="7569" extrusionOk="0">
                  <a:moveTo>
                    <a:pt x="3202" y="0"/>
                  </a:moveTo>
                  <a:cubicBezTo>
                    <a:pt x="2867" y="0"/>
                    <a:pt x="2557" y="164"/>
                    <a:pt x="2404" y="456"/>
                  </a:cubicBezTo>
                  <a:lnTo>
                    <a:pt x="626" y="3851"/>
                  </a:lnTo>
                  <a:cubicBezTo>
                    <a:pt x="608" y="3890"/>
                    <a:pt x="630" y="3925"/>
                    <a:pt x="658" y="3942"/>
                  </a:cubicBezTo>
                  <a:cubicBezTo>
                    <a:pt x="669" y="3947"/>
                    <a:pt x="679" y="3950"/>
                    <a:pt x="690" y="3950"/>
                  </a:cubicBezTo>
                  <a:cubicBezTo>
                    <a:pt x="710" y="3950"/>
                    <a:pt x="728" y="3941"/>
                    <a:pt x="742" y="3925"/>
                  </a:cubicBezTo>
                  <a:lnTo>
                    <a:pt x="2524" y="519"/>
                  </a:lnTo>
                  <a:cubicBezTo>
                    <a:pt x="2656" y="268"/>
                    <a:pt x="2924" y="128"/>
                    <a:pt x="3213" y="128"/>
                  </a:cubicBezTo>
                  <a:cubicBezTo>
                    <a:pt x="3357" y="128"/>
                    <a:pt x="3505" y="162"/>
                    <a:pt x="3645" y="234"/>
                  </a:cubicBezTo>
                  <a:lnTo>
                    <a:pt x="3849" y="343"/>
                  </a:lnTo>
                  <a:cubicBezTo>
                    <a:pt x="4271" y="565"/>
                    <a:pt x="4454" y="1050"/>
                    <a:pt x="4257" y="1426"/>
                  </a:cubicBezTo>
                  <a:lnTo>
                    <a:pt x="1262" y="7151"/>
                  </a:lnTo>
                  <a:cubicBezTo>
                    <a:pt x="1163" y="7344"/>
                    <a:pt x="989" y="7442"/>
                    <a:pt x="768" y="7442"/>
                  </a:cubicBezTo>
                  <a:cubicBezTo>
                    <a:pt x="607" y="7442"/>
                    <a:pt x="420" y="7390"/>
                    <a:pt x="218" y="7285"/>
                  </a:cubicBezTo>
                  <a:lnTo>
                    <a:pt x="64" y="7204"/>
                  </a:lnTo>
                  <a:cubicBezTo>
                    <a:pt x="62" y="7202"/>
                    <a:pt x="59" y="7201"/>
                    <a:pt x="56" y="7201"/>
                  </a:cubicBezTo>
                  <a:cubicBezTo>
                    <a:pt x="53" y="7201"/>
                    <a:pt x="50" y="7202"/>
                    <a:pt x="46" y="7204"/>
                  </a:cubicBezTo>
                  <a:cubicBezTo>
                    <a:pt x="39" y="7208"/>
                    <a:pt x="36" y="7211"/>
                    <a:pt x="36" y="7218"/>
                  </a:cubicBezTo>
                  <a:cubicBezTo>
                    <a:pt x="29" y="7243"/>
                    <a:pt x="18" y="7264"/>
                    <a:pt x="4" y="7285"/>
                  </a:cubicBezTo>
                  <a:cubicBezTo>
                    <a:pt x="0" y="7292"/>
                    <a:pt x="0" y="7299"/>
                    <a:pt x="0" y="7303"/>
                  </a:cubicBezTo>
                  <a:cubicBezTo>
                    <a:pt x="0" y="7310"/>
                    <a:pt x="7" y="7313"/>
                    <a:pt x="11" y="7317"/>
                  </a:cubicBezTo>
                  <a:lnTo>
                    <a:pt x="162" y="7394"/>
                  </a:lnTo>
                  <a:cubicBezTo>
                    <a:pt x="385" y="7510"/>
                    <a:pt x="595" y="7568"/>
                    <a:pt x="779" y="7568"/>
                  </a:cubicBezTo>
                  <a:cubicBezTo>
                    <a:pt x="1046" y="7568"/>
                    <a:pt x="1259" y="7448"/>
                    <a:pt x="1382" y="7211"/>
                  </a:cubicBezTo>
                  <a:lnTo>
                    <a:pt x="4376" y="1486"/>
                  </a:lnTo>
                  <a:cubicBezTo>
                    <a:pt x="4605" y="1050"/>
                    <a:pt x="4394" y="488"/>
                    <a:pt x="3909" y="231"/>
                  </a:cubicBezTo>
                  <a:lnTo>
                    <a:pt x="3701" y="126"/>
                  </a:lnTo>
                  <a:cubicBezTo>
                    <a:pt x="3540" y="41"/>
                    <a:pt x="3368" y="0"/>
                    <a:pt x="32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2024046" y="3984637"/>
              <a:ext cx="147639" cy="240431"/>
            </a:xfrm>
            <a:custGeom>
              <a:avLst/>
              <a:gdLst/>
              <a:ahLst/>
              <a:cxnLst/>
              <a:rect l="l" t="t" r="r" b="b"/>
              <a:pathLst>
                <a:path w="4700" h="7654" extrusionOk="0">
                  <a:moveTo>
                    <a:pt x="3250" y="84"/>
                  </a:moveTo>
                  <a:cubicBezTo>
                    <a:pt x="3409" y="84"/>
                    <a:pt x="3575" y="122"/>
                    <a:pt x="3730" y="203"/>
                  </a:cubicBezTo>
                  <a:lnTo>
                    <a:pt x="3934" y="312"/>
                  </a:lnTo>
                  <a:cubicBezTo>
                    <a:pt x="4401" y="554"/>
                    <a:pt x="4605" y="1092"/>
                    <a:pt x="4387" y="1510"/>
                  </a:cubicBezTo>
                  <a:lnTo>
                    <a:pt x="1393" y="7236"/>
                  </a:lnTo>
                  <a:cubicBezTo>
                    <a:pt x="1277" y="7455"/>
                    <a:pt x="1074" y="7568"/>
                    <a:pt x="820" y="7568"/>
                  </a:cubicBezTo>
                  <a:cubicBezTo>
                    <a:pt x="643" y="7568"/>
                    <a:pt x="441" y="7513"/>
                    <a:pt x="226" y="7401"/>
                  </a:cubicBezTo>
                  <a:lnTo>
                    <a:pt x="96" y="7330"/>
                  </a:lnTo>
                  <a:cubicBezTo>
                    <a:pt x="103" y="7320"/>
                    <a:pt x="110" y="7306"/>
                    <a:pt x="113" y="7295"/>
                  </a:cubicBezTo>
                  <a:lnTo>
                    <a:pt x="247" y="7362"/>
                  </a:lnTo>
                  <a:cubicBezTo>
                    <a:pt x="455" y="7472"/>
                    <a:pt x="648" y="7526"/>
                    <a:pt x="815" y="7526"/>
                  </a:cubicBezTo>
                  <a:cubicBezTo>
                    <a:pt x="1050" y="7526"/>
                    <a:pt x="1236" y="7420"/>
                    <a:pt x="1347" y="7211"/>
                  </a:cubicBezTo>
                  <a:lnTo>
                    <a:pt x="4341" y="1486"/>
                  </a:lnTo>
                  <a:cubicBezTo>
                    <a:pt x="4549" y="1088"/>
                    <a:pt x="4355" y="579"/>
                    <a:pt x="3916" y="347"/>
                  </a:cubicBezTo>
                  <a:lnTo>
                    <a:pt x="3709" y="238"/>
                  </a:lnTo>
                  <a:cubicBezTo>
                    <a:pt x="3562" y="162"/>
                    <a:pt x="3407" y="126"/>
                    <a:pt x="3257" y="126"/>
                  </a:cubicBezTo>
                  <a:cubicBezTo>
                    <a:pt x="2952" y="126"/>
                    <a:pt x="2670" y="274"/>
                    <a:pt x="2531" y="540"/>
                  </a:cubicBezTo>
                  <a:lnTo>
                    <a:pt x="749" y="3946"/>
                  </a:lnTo>
                  <a:cubicBezTo>
                    <a:pt x="747" y="3948"/>
                    <a:pt x="743" y="3950"/>
                    <a:pt x="738" y="3950"/>
                  </a:cubicBezTo>
                  <a:cubicBezTo>
                    <a:pt x="734" y="3950"/>
                    <a:pt x="729" y="3949"/>
                    <a:pt x="725" y="3946"/>
                  </a:cubicBezTo>
                  <a:cubicBezTo>
                    <a:pt x="718" y="3942"/>
                    <a:pt x="704" y="3928"/>
                    <a:pt x="711" y="3914"/>
                  </a:cubicBezTo>
                  <a:lnTo>
                    <a:pt x="2486" y="515"/>
                  </a:lnTo>
                  <a:cubicBezTo>
                    <a:pt x="2631" y="239"/>
                    <a:pt x="2929" y="84"/>
                    <a:pt x="3250" y="84"/>
                  </a:cubicBezTo>
                  <a:close/>
                  <a:moveTo>
                    <a:pt x="3247" y="0"/>
                  </a:moveTo>
                  <a:cubicBezTo>
                    <a:pt x="2897" y="0"/>
                    <a:pt x="2572" y="171"/>
                    <a:pt x="2412" y="477"/>
                  </a:cubicBezTo>
                  <a:lnTo>
                    <a:pt x="637" y="3876"/>
                  </a:lnTo>
                  <a:cubicBezTo>
                    <a:pt x="605" y="3935"/>
                    <a:pt x="637" y="3995"/>
                    <a:pt x="686" y="4020"/>
                  </a:cubicBezTo>
                  <a:cubicBezTo>
                    <a:pt x="702" y="4028"/>
                    <a:pt x="720" y="4033"/>
                    <a:pt x="737" y="4033"/>
                  </a:cubicBezTo>
                  <a:cubicBezTo>
                    <a:pt x="769" y="4033"/>
                    <a:pt x="799" y="4019"/>
                    <a:pt x="820" y="3992"/>
                  </a:cubicBezTo>
                  <a:lnTo>
                    <a:pt x="2605" y="579"/>
                  </a:lnTo>
                  <a:cubicBezTo>
                    <a:pt x="2729" y="343"/>
                    <a:pt x="2982" y="211"/>
                    <a:pt x="3255" y="211"/>
                  </a:cubicBezTo>
                  <a:cubicBezTo>
                    <a:pt x="3393" y="211"/>
                    <a:pt x="3536" y="244"/>
                    <a:pt x="3670" y="315"/>
                  </a:cubicBezTo>
                  <a:lnTo>
                    <a:pt x="3877" y="421"/>
                  </a:lnTo>
                  <a:cubicBezTo>
                    <a:pt x="4278" y="631"/>
                    <a:pt x="4454" y="1092"/>
                    <a:pt x="4268" y="1447"/>
                  </a:cubicBezTo>
                  <a:lnTo>
                    <a:pt x="1273" y="7172"/>
                  </a:lnTo>
                  <a:cubicBezTo>
                    <a:pt x="1178" y="7352"/>
                    <a:pt x="1016" y="7444"/>
                    <a:pt x="809" y="7444"/>
                  </a:cubicBezTo>
                  <a:cubicBezTo>
                    <a:pt x="656" y="7444"/>
                    <a:pt x="478" y="7393"/>
                    <a:pt x="285" y="7292"/>
                  </a:cubicBezTo>
                  <a:lnTo>
                    <a:pt x="131" y="7211"/>
                  </a:lnTo>
                  <a:cubicBezTo>
                    <a:pt x="121" y="7205"/>
                    <a:pt x="110" y="7203"/>
                    <a:pt x="100" y="7203"/>
                  </a:cubicBezTo>
                  <a:cubicBezTo>
                    <a:pt x="91" y="7203"/>
                    <a:pt x="82" y="7204"/>
                    <a:pt x="75" y="7207"/>
                  </a:cubicBezTo>
                  <a:cubicBezTo>
                    <a:pt x="57" y="7218"/>
                    <a:pt x="46" y="7232"/>
                    <a:pt x="39" y="7253"/>
                  </a:cubicBezTo>
                  <a:cubicBezTo>
                    <a:pt x="36" y="7271"/>
                    <a:pt x="29" y="7288"/>
                    <a:pt x="15" y="7306"/>
                  </a:cubicBezTo>
                  <a:cubicBezTo>
                    <a:pt x="4" y="7320"/>
                    <a:pt x="1" y="7338"/>
                    <a:pt x="8" y="7355"/>
                  </a:cubicBezTo>
                  <a:cubicBezTo>
                    <a:pt x="11" y="7373"/>
                    <a:pt x="22" y="7387"/>
                    <a:pt x="39" y="7397"/>
                  </a:cubicBezTo>
                  <a:lnTo>
                    <a:pt x="187" y="7475"/>
                  </a:lnTo>
                  <a:cubicBezTo>
                    <a:pt x="417" y="7594"/>
                    <a:pt x="635" y="7653"/>
                    <a:pt x="826" y="7653"/>
                  </a:cubicBezTo>
                  <a:cubicBezTo>
                    <a:pt x="1108" y="7653"/>
                    <a:pt x="1335" y="7525"/>
                    <a:pt x="1466" y="7274"/>
                  </a:cubicBezTo>
                  <a:lnTo>
                    <a:pt x="4461" y="1549"/>
                  </a:lnTo>
                  <a:cubicBezTo>
                    <a:pt x="4700" y="1092"/>
                    <a:pt x="4482" y="505"/>
                    <a:pt x="3972" y="238"/>
                  </a:cubicBezTo>
                  <a:lnTo>
                    <a:pt x="3765" y="129"/>
                  </a:lnTo>
                  <a:cubicBezTo>
                    <a:pt x="3598" y="42"/>
                    <a:pt x="3420" y="0"/>
                    <a:pt x="3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7" name="Google Shape;797;p16"/>
          <p:cNvGrpSpPr/>
          <p:nvPr/>
        </p:nvGrpSpPr>
        <p:grpSpPr>
          <a:xfrm rot="-4317267">
            <a:off x="8589444" y="1247234"/>
            <a:ext cx="344233" cy="290803"/>
            <a:chOff x="4241863" y="4536209"/>
            <a:chExt cx="205501" cy="173617"/>
          </a:xfrm>
        </p:grpSpPr>
        <p:sp>
          <p:nvSpPr>
            <p:cNvPr id="798" name="Google Shape;798;p16"/>
            <p:cNvSpPr/>
            <p:nvPr/>
          </p:nvSpPr>
          <p:spPr>
            <a:xfrm>
              <a:off x="4244313" y="4569443"/>
              <a:ext cx="164193" cy="124519"/>
            </a:xfrm>
            <a:custGeom>
              <a:avLst/>
              <a:gdLst/>
              <a:ahLst/>
              <a:cxnLst/>
              <a:rect l="l" t="t" r="r" b="b"/>
              <a:pathLst>
                <a:path w="5227" h="3964" extrusionOk="0">
                  <a:moveTo>
                    <a:pt x="4549" y="0"/>
                  </a:moveTo>
                  <a:cubicBezTo>
                    <a:pt x="4400" y="0"/>
                    <a:pt x="4242" y="53"/>
                    <a:pt x="4105" y="157"/>
                  </a:cubicBezTo>
                  <a:lnTo>
                    <a:pt x="376" y="2997"/>
                  </a:lnTo>
                  <a:cubicBezTo>
                    <a:pt x="88" y="3219"/>
                    <a:pt x="0" y="3595"/>
                    <a:pt x="183" y="3837"/>
                  </a:cubicBezTo>
                  <a:lnTo>
                    <a:pt x="264" y="3939"/>
                  </a:lnTo>
                  <a:cubicBezTo>
                    <a:pt x="271" y="3950"/>
                    <a:pt x="278" y="3957"/>
                    <a:pt x="285" y="3964"/>
                  </a:cubicBezTo>
                  <a:cubicBezTo>
                    <a:pt x="302" y="3946"/>
                    <a:pt x="327" y="3953"/>
                    <a:pt x="348" y="3939"/>
                  </a:cubicBezTo>
                  <a:cubicBezTo>
                    <a:pt x="341" y="3936"/>
                    <a:pt x="330" y="3908"/>
                    <a:pt x="327" y="3901"/>
                  </a:cubicBezTo>
                  <a:lnTo>
                    <a:pt x="253" y="3802"/>
                  </a:lnTo>
                  <a:cubicBezTo>
                    <a:pt x="84" y="3584"/>
                    <a:pt x="144" y="3240"/>
                    <a:pt x="408" y="3039"/>
                  </a:cubicBezTo>
                  <a:lnTo>
                    <a:pt x="4137" y="196"/>
                  </a:lnTo>
                  <a:cubicBezTo>
                    <a:pt x="4259" y="103"/>
                    <a:pt x="4402" y="58"/>
                    <a:pt x="4536" y="58"/>
                  </a:cubicBezTo>
                  <a:cubicBezTo>
                    <a:pt x="4686" y="58"/>
                    <a:pt x="4826" y="116"/>
                    <a:pt x="4914" y="231"/>
                  </a:cubicBezTo>
                  <a:lnTo>
                    <a:pt x="4994" y="333"/>
                  </a:lnTo>
                  <a:cubicBezTo>
                    <a:pt x="5160" y="551"/>
                    <a:pt x="5082" y="892"/>
                    <a:pt x="4819" y="1092"/>
                  </a:cubicBezTo>
                  <a:lnTo>
                    <a:pt x="3262" y="2280"/>
                  </a:lnTo>
                  <a:cubicBezTo>
                    <a:pt x="3231" y="2302"/>
                    <a:pt x="3244" y="2333"/>
                    <a:pt x="3265" y="2333"/>
                  </a:cubicBezTo>
                  <a:cubicBezTo>
                    <a:pt x="3271" y="2333"/>
                    <a:pt x="3277" y="2331"/>
                    <a:pt x="3283" y="2326"/>
                  </a:cubicBezTo>
                  <a:lnTo>
                    <a:pt x="4850" y="1134"/>
                  </a:lnTo>
                  <a:cubicBezTo>
                    <a:pt x="5139" y="913"/>
                    <a:pt x="5226" y="537"/>
                    <a:pt x="5044" y="294"/>
                  </a:cubicBezTo>
                  <a:lnTo>
                    <a:pt x="4963" y="193"/>
                  </a:lnTo>
                  <a:cubicBezTo>
                    <a:pt x="4867" y="65"/>
                    <a:pt x="4714" y="0"/>
                    <a:pt x="4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4242962" y="4568281"/>
              <a:ext cx="166863" cy="126781"/>
            </a:xfrm>
            <a:custGeom>
              <a:avLst/>
              <a:gdLst/>
              <a:ahLst/>
              <a:cxnLst/>
              <a:rect l="l" t="t" r="r" b="b"/>
              <a:pathLst>
                <a:path w="5312" h="4036" extrusionOk="0">
                  <a:moveTo>
                    <a:pt x="187" y="3709"/>
                  </a:moveTo>
                  <a:cubicBezTo>
                    <a:pt x="201" y="3751"/>
                    <a:pt x="219" y="3797"/>
                    <a:pt x="247" y="3836"/>
                  </a:cubicBezTo>
                  <a:cubicBezTo>
                    <a:pt x="219" y="3797"/>
                    <a:pt x="198" y="3755"/>
                    <a:pt x="187" y="3709"/>
                  </a:cubicBezTo>
                  <a:close/>
                  <a:moveTo>
                    <a:pt x="4591" y="0"/>
                  </a:moveTo>
                  <a:cubicBezTo>
                    <a:pt x="4435" y="0"/>
                    <a:pt x="4268" y="54"/>
                    <a:pt x="4124" y="163"/>
                  </a:cubicBezTo>
                  <a:lnTo>
                    <a:pt x="398" y="3006"/>
                  </a:lnTo>
                  <a:cubicBezTo>
                    <a:pt x="89" y="3242"/>
                    <a:pt x="1" y="3639"/>
                    <a:pt x="198" y="3895"/>
                  </a:cubicBezTo>
                  <a:lnTo>
                    <a:pt x="275" y="4001"/>
                  </a:lnTo>
                  <a:cubicBezTo>
                    <a:pt x="282" y="4008"/>
                    <a:pt x="289" y="4015"/>
                    <a:pt x="296" y="4022"/>
                  </a:cubicBezTo>
                  <a:cubicBezTo>
                    <a:pt x="303" y="4029"/>
                    <a:pt x="314" y="4036"/>
                    <a:pt x="324" y="4036"/>
                  </a:cubicBezTo>
                  <a:cubicBezTo>
                    <a:pt x="335" y="4036"/>
                    <a:pt x="345" y="4036"/>
                    <a:pt x="356" y="4029"/>
                  </a:cubicBezTo>
                  <a:cubicBezTo>
                    <a:pt x="356" y="4025"/>
                    <a:pt x="363" y="4025"/>
                    <a:pt x="370" y="4025"/>
                  </a:cubicBezTo>
                  <a:cubicBezTo>
                    <a:pt x="377" y="4022"/>
                    <a:pt x="388" y="4022"/>
                    <a:pt x="398" y="4018"/>
                  </a:cubicBezTo>
                  <a:cubicBezTo>
                    <a:pt x="402" y="4015"/>
                    <a:pt x="409" y="4015"/>
                    <a:pt x="412" y="4008"/>
                  </a:cubicBezTo>
                  <a:cubicBezTo>
                    <a:pt x="430" y="3997"/>
                    <a:pt x="433" y="3969"/>
                    <a:pt x="419" y="3955"/>
                  </a:cubicBezTo>
                  <a:cubicBezTo>
                    <a:pt x="419" y="3952"/>
                    <a:pt x="416" y="3948"/>
                    <a:pt x="412" y="3941"/>
                  </a:cubicBezTo>
                  <a:cubicBezTo>
                    <a:pt x="409" y="3927"/>
                    <a:pt x="405" y="3920"/>
                    <a:pt x="398" y="3913"/>
                  </a:cubicBezTo>
                  <a:lnTo>
                    <a:pt x="324" y="3814"/>
                  </a:lnTo>
                  <a:cubicBezTo>
                    <a:pt x="166" y="3607"/>
                    <a:pt x="233" y="3291"/>
                    <a:pt x="475" y="3108"/>
                  </a:cubicBezTo>
                  <a:lnTo>
                    <a:pt x="4201" y="265"/>
                  </a:lnTo>
                  <a:cubicBezTo>
                    <a:pt x="4318" y="176"/>
                    <a:pt x="4454" y="132"/>
                    <a:pt x="4581" y="132"/>
                  </a:cubicBezTo>
                  <a:cubicBezTo>
                    <a:pt x="4719" y="132"/>
                    <a:pt x="4846" y="185"/>
                    <a:pt x="4925" y="289"/>
                  </a:cubicBezTo>
                  <a:lnTo>
                    <a:pt x="5006" y="395"/>
                  </a:lnTo>
                  <a:cubicBezTo>
                    <a:pt x="5160" y="595"/>
                    <a:pt x="5083" y="911"/>
                    <a:pt x="4837" y="1101"/>
                  </a:cubicBezTo>
                  <a:lnTo>
                    <a:pt x="3280" y="2286"/>
                  </a:lnTo>
                  <a:cubicBezTo>
                    <a:pt x="3263" y="2300"/>
                    <a:pt x="3252" y="2317"/>
                    <a:pt x="3248" y="2335"/>
                  </a:cubicBezTo>
                  <a:cubicBezTo>
                    <a:pt x="3245" y="2352"/>
                    <a:pt x="3252" y="2370"/>
                    <a:pt x="3259" y="2384"/>
                  </a:cubicBezTo>
                  <a:cubicBezTo>
                    <a:pt x="3273" y="2400"/>
                    <a:pt x="3292" y="2410"/>
                    <a:pt x="3311" y="2410"/>
                  </a:cubicBezTo>
                  <a:cubicBezTo>
                    <a:pt x="3325" y="2410"/>
                    <a:pt x="3339" y="2405"/>
                    <a:pt x="3350" y="2395"/>
                  </a:cubicBezTo>
                  <a:lnTo>
                    <a:pt x="4918" y="1203"/>
                  </a:lnTo>
                  <a:cubicBezTo>
                    <a:pt x="5224" y="968"/>
                    <a:pt x="5312" y="567"/>
                    <a:pt x="5115" y="310"/>
                  </a:cubicBezTo>
                  <a:lnTo>
                    <a:pt x="5037" y="208"/>
                  </a:lnTo>
                  <a:cubicBezTo>
                    <a:pt x="4933" y="70"/>
                    <a:pt x="4768" y="0"/>
                    <a:pt x="45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4243308" y="4568250"/>
              <a:ext cx="166643" cy="129702"/>
            </a:xfrm>
            <a:custGeom>
              <a:avLst/>
              <a:gdLst/>
              <a:ahLst/>
              <a:cxnLst/>
              <a:rect l="l" t="t" r="r" b="b"/>
              <a:pathLst>
                <a:path w="5305" h="4129" extrusionOk="0">
                  <a:moveTo>
                    <a:pt x="4582" y="1"/>
                  </a:moveTo>
                  <a:cubicBezTo>
                    <a:pt x="4426" y="1"/>
                    <a:pt x="4260" y="55"/>
                    <a:pt x="4116" y="164"/>
                  </a:cubicBezTo>
                  <a:lnTo>
                    <a:pt x="387" y="3007"/>
                  </a:lnTo>
                  <a:cubicBezTo>
                    <a:pt x="81" y="3239"/>
                    <a:pt x="0" y="3619"/>
                    <a:pt x="197" y="3879"/>
                  </a:cubicBezTo>
                  <a:lnTo>
                    <a:pt x="394" y="4128"/>
                  </a:lnTo>
                  <a:cubicBezTo>
                    <a:pt x="429" y="4090"/>
                    <a:pt x="447" y="4086"/>
                    <a:pt x="496" y="4072"/>
                  </a:cubicBezTo>
                  <a:lnTo>
                    <a:pt x="331" y="3847"/>
                  </a:lnTo>
                  <a:cubicBezTo>
                    <a:pt x="173" y="3640"/>
                    <a:pt x="222" y="3292"/>
                    <a:pt x="464" y="3109"/>
                  </a:cubicBezTo>
                  <a:lnTo>
                    <a:pt x="4193" y="266"/>
                  </a:lnTo>
                  <a:cubicBezTo>
                    <a:pt x="4309" y="177"/>
                    <a:pt x="4444" y="133"/>
                    <a:pt x="4570" y="133"/>
                  </a:cubicBezTo>
                  <a:cubicBezTo>
                    <a:pt x="4709" y="133"/>
                    <a:pt x="4837" y="186"/>
                    <a:pt x="4918" y="290"/>
                  </a:cubicBezTo>
                  <a:lnTo>
                    <a:pt x="4995" y="396"/>
                  </a:lnTo>
                  <a:cubicBezTo>
                    <a:pt x="5149" y="596"/>
                    <a:pt x="5076" y="912"/>
                    <a:pt x="4830" y="1102"/>
                  </a:cubicBezTo>
                  <a:lnTo>
                    <a:pt x="3269" y="2287"/>
                  </a:lnTo>
                  <a:cubicBezTo>
                    <a:pt x="3255" y="2301"/>
                    <a:pt x="3241" y="2318"/>
                    <a:pt x="3237" y="2336"/>
                  </a:cubicBezTo>
                  <a:cubicBezTo>
                    <a:pt x="3234" y="2353"/>
                    <a:pt x="3241" y="2371"/>
                    <a:pt x="3252" y="2385"/>
                  </a:cubicBezTo>
                  <a:cubicBezTo>
                    <a:pt x="3264" y="2401"/>
                    <a:pt x="3282" y="2411"/>
                    <a:pt x="3301" y="2411"/>
                  </a:cubicBezTo>
                  <a:cubicBezTo>
                    <a:pt x="3314" y="2411"/>
                    <a:pt x="3328" y="2406"/>
                    <a:pt x="3339" y="2396"/>
                  </a:cubicBezTo>
                  <a:lnTo>
                    <a:pt x="4907" y="1201"/>
                  </a:lnTo>
                  <a:cubicBezTo>
                    <a:pt x="5213" y="969"/>
                    <a:pt x="5304" y="568"/>
                    <a:pt x="5107" y="311"/>
                  </a:cubicBezTo>
                  <a:lnTo>
                    <a:pt x="5026" y="206"/>
                  </a:lnTo>
                  <a:cubicBezTo>
                    <a:pt x="4922" y="70"/>
                    <a:pt x="4758" y="1"/>
                    <a:pt x="4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4241863" y="4567056"/>
              <a:ext cx="169282" cy="132090"/>
            </a:xfrm>
            <a:custGeom>
              <a:avLst/>
              <a:gdLst/>
              <a:ahLst/>
              <a:cxnLst/>
              <a:rect l="l" t="t" r="r" b="b"/>
              <a:pathLst>
                <a:path w="5389" h="4205" extrusionOk="0">
                  <a:moveTo>
                    <a:pt x="4627" y="76"/>
                  </a:moveTo>
                  <a:cubicBezTo>
                    <a:pt x="4792" y="76"/>
                    <a:pt x="4945" y="141"/>
                    <a:pt x="5041" y="269"/>
                  </a:cubicBezTo>
                  <a:lnTo>
                    <a:pt x="5122" y="370"/>
                  </a:lnTo>
                  <a:cubicBezTo>
                    <a:pt x="5304" y="613"/>
                    <a:pt x="5217" y="989"/>
                    <a:pt x="4928" y="1210"/>
                  </a:cubicBezTo>
                  <a:lnTo>
                    <a:pt x="3364" y="2402"/>
                  </a:lnTo>
                  <a:cubicBezTo>
                    <a:pt x="3358" y="2407"/>
                    <a:pt x="3352" y="2409"/>
                    <a:pt x="3346" y="2409"/>
                  </a:cubicBezTo>
                  <a:cubicBezTo>
                    <a:pt x="3331" y="2409"/>
                    <a:pt x="3320" y="2396"/>
                    <a:pt x="3322" y="2381"/>
                  </a:cubicBezTo>
                  <a:cubicBezTo>
                    <a:pt x="3322" y="2374"/>
                    <a:pt x="3329" y="2363"/>
                    <a:pt x="3336" y="2356"/>
                  </a:cubicBezTo>
                  <a:lnTo>
                    <a:pt x="4897" y="1168"/>
                  </a:lnTo>
                  <a:cubicBezTo>
                    <a:pt x="5160" y="968"/>
                    <a:pt x="5238" y="627"/>
                    <a:pt x="5072" y="409"/>
                  </a:cubicBezTo>
                  <a:lnTo>
                    <a:pt x="4992" y="307"/>
                  </a:lnTo>
                  <a:cubicBezTo>
                    <a:pt x="4904" y="191"/>
                    <a:pt x="4764" y="132"/>
                    <a:pt x="4613" y="132"/>
                  </a:cubicBezTo>
                  <a:cubicBezTo>
                    <a:pt x="4480" y="132"/>
                    <a:pt x="4338" y="178"/>
                    <a:pt x="4215" y="272"/>
                  </a:cubicBezTo>
                  <a:lnTo>
                    <a:pt x="486" y="3115"/>
                  </a:lnTo>
                  <a:cubicBezTo>
                    <a:pt x="236" y="3309"/>
                    <a:pt x="169" y="3678"/>
                    <a:pt x="345" y="3910"/>
                  </a:cubicBezTo>
                  <a:lnTo>
                    <a:pt x="479" y="4089"/>
                  </a:lnTo>
                  <a:cubicBezTo>
                    <a:pt x="465" y="4096"/>
                    <a:pt x="454" y="4103"/>
                    <a:pt x="444" y="4110"/>
                  </a:cubicBezTo>
                  <a:lnTo>
                    <a:pt x="271" y="3892"/>
                  </a:lnTo>
                  <a:cubicBezTo>
                    <a:pt x="89" y="3653"/>
                    <a:pt x="169" y="3291"/>
                    <a:pt x="454" y="3073"/>
                  </a:cubicBezTo>
                  <a:lnTo>
                    <a:pt x="4183" y="233"/>
                  </a:lnTo>
                  <a:cubicBezTo>
                    <a:pt x="4320" y="129"/>
                    <a:pt x="4478" y="76"/>
                    <a:pt x="4627" y="76"/>
                  </a:cubicBezTo>
                  <a:close/>
                  <a:moveTo>
                    <a:pt x="4624" y="0"/>
                  </a:moveTo>
                  <a:cubicBezTo>
                    <a:pt x="4460" y="0"/>
                    <a:pt x="4287" y="56"/>
                    <a:pt x="4138" y="170"/>
                  </a:cubicBezTo>
                  <a:lnTo>
                    <a:pt x="408" y="3013"/>
                  </a:lnTo>
                  <a:cubicBezTo>
                    <a:pt x="89" y="3260"/>
                    <a:pt x="1" y="3664"/>
                    <a:pt x="212" y="3938"/>
                  </a:cubicBezTo>
                  <a:lnTo>
                    <a:pt x="408" y="4191"/>
                  </a:lnTo>
                  <a:cubicBezTo>
                    <a:pt x="416" y="4198"/>
                    <a:pt x="426" y="4205"/>
                    <a:pt x="437" y="4205"/>
                  </a:cubicBezTo>
                  <a:cubicBezTo>
                    <a:pt x="451" y="4205"/>
                    <a:pt x="461" y="4198"/>
                    <a:pt x="468" y="4191"/>
                  </a:cubicBezTo>
                  <a:cubicBezTo>
                    <a:pt x="493" y="4163"/>
                    <a:pt x="503" y="4159"/>
                    <a:pt x="546" y="4149"/>
                  </a:cubicBezTo>
                  <a:cubicBezTo>
                    <a:pt x="556" y="4145"/>
                    <a:pt x="570" y="4135"/>
                    <a:pt x="574" y="4124"/>
                  </a:cubicBezTo>
                  <a:cubicBezTo>
                    <a:pt x="577" y="4114"/>
                    <a:pt x="581" y="4100"/>
                    <a:pt x="570" y="4089"/>
                  </a:cubicBezTo>
                  <a:lnTo>
                    <a:pt x="405" y="3861"/>
                  </a:lnTo>
                  <a:cubicBezTo>
                    <a:pt x="257" y="3667"/>
                    <a:pt x="317" y="3340"/>
                    <a:pt x="531" y="3175"/>
                  </a:cubicBezTo>
                  <a:lnTo>
                    <a:pt x="4261" y="332"/>
                  </a:lnTo>
                  <a:cubicBezTo>
                    <a:pt x="4370" y="249"/>
                    <a:pt x="4497" y="208"/>
                    <a:pt x="4615" y="208"/>
                  </a:cubicBezTo>
                  <a:cubicBezTo>
                    <a:pt x="4742" y="208"/>
                    <a:pt x="4859" y="256"/>
                    <a:pt x="4932" y="353"/>
                  </a:cubicBezTo>
                  <a:lnTo>
                    <a:pt x="5013" y="455"/>
                  </a:lnTo>
                  <a:cubicBezTo>
                    <a:pt x="5153" y="641"/>
                    <a:pt x="5079" y="933"/>
                    <a:pt x="4851" y="1109"/>
                  </a:cubicBezTo>
                  <a:lnTo>
                    <a:pt x="3294" y="2296"/>
                  </a:lnTo>
                  <a:cubicBezTo>
                    <a:pt x="3269" y="2311"/>
                    <a:pt x="3252" y="2339"/>
                    <a:pt x="3245" y="2370"/>
                  </a:cubicBezTo>
                  <a:cubicBezTo>
                    <a:pt x="3241" y="2395"/>
                    <a:pt x="3248" y="2423"/>
                    <a:pt x="3266" y="2448"/>
                  </a:cubicBezTo>
                  <a:cubicBezTo>
                    <a:pt x="3286" y="2472"/>
                    <a:pt x="3314" y="2486"/>
                    <a:pt x="3344" y="2486"/>
                  </a:cubicBezTo>
                  <a:cubicBezTo>
                    <a:pt x="3366" y="2486"/>
                    <a:pt x="3389" y="2478"/>
                    <a:pt x="3410" y="2462"/>
                  </a:cubicBezTo>
                  <a:lnTo>
                    <a:pt x="4974" y="1270"/>
                  </a:lnTo>
                  <a:cubicBezTo>
                    <a:pt x="5297" y="1024"/>
                    <a:pt x="5389" y="602"/>
                    <a:pt x="5181" y="325"/>
                  </a:cubicBezTo>
                  <a:lnTo>
                    <a:pt x="5101" y="223"/>
                  </a:lnTo>
                  <a:cubicBezTo>
                    <a:pt x="4989" y="76"/>
                    <a:pt x="4813" y="0"/>
                    <a:pt x="46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4249810" y="4537371"/>
              <a:ext cx="196108" cy="171230"/>
            </a:xfrm>
            <a:custGeom>
              <a:avLst/>
              <a:gdLst/>
              <a:ahLst/>
              <a:cxnLst/>
              <a:rect l="l" t="t" r="r" b="b"/>
              <a:pathLst>
                <a:path w="6243" h="5451" extrusionOk="0">
                  <a:moveTo>
                    <a:pt x="5076" y="1"/>
                  </a:moveTo>
                  <a:cubicBezTo>
                    <a:pt x="4912" y="1"/>
                    <a:pt x="4751" y="50"/>
                    <a:pt x="4616" y="152"/>
                  </a:cubicBezTo>
                  <a:lnTo>
                    <a:pt x="1846" y="2264"/>
                  </a:lnTo>
                  <a:cubicBezTo>
                    <a:pt x="1818" y="2289"/>
                    <a:pt x="1818" y="2328"/>
                    <a:pt x="1839" y="2352"/>
                  </a:cubicBezTo>
                  <a:cubicBezTo>
                    <a:pt x="1851" y="2368"/>
                    <a:pt x="1867" y="2377"/>
                    <a:pt x="1884" y="2377"/>
                  </a:cubicBezTo>
                  <a:cubicBezTo>
                    <a:pt x="1894" y="2377"/>
                    <a:pt x="1903" y="2375"/>
                    <a:pt x="1913" y="2370"/>
                  </a:cubicBezTo>
                  <a:lnTo>
                    <a:pt x="4689" y="250"/>
                  </a:lnTo>
                  <a:cubicBezTo>
                    <a:pt x="4806" y="162"/>
                    <a:pt x="4945" y="119"/>
                    <a:pt x="5086" y="119"/>
                  </a:cubicBezTo>
                  <a:cubicBezTo>
                    <a:pt x="5320" y="119"/>
                    <a:pt x="5561" y="235"/>
                    <a:pt x="5723" y="447"/>
                  </a:cubicBezTo>
                  <a:lnTo>
                    <a:pt x="5853" y="616"/>
                  </a:lnTo>
                  <a:cubicBezTo>
                    <a:pt x="6113" y="960"/>
                    <a:pt x="6078" y="1431"/>
                    <a:pt x="5772" y="1663"/>
                  </a:cubicBezTo>
                  <a:lnTo>
                    <a:pt x="1101" y="5227"/>
                  </a:lnTo>
                  <a:cubicBezTo>
                    <a:pt x="1009" y="5297"/>
                    <a:pt x="910" y="5331"/>
                    <a:pt x="808" y="5331"/>
                  </a:cubicBezTo>
                  <a:cubicBezTo>
                    <a:pt x="604" y="5331"/>
                    <a:pt x="386" y="5195"/>
                    <a:pt x="187" y="4936"/>
                  </a:cubicBezTo>
                  <a:lnTo>
                    <a:pt x="92" y="4809"/>
                  </a:lnTo>
                  <a:cubicBezTo>
                    <a:pt x="89" y="4806"/>
                    <a:pt x="82" y="4802"/>
                    <a:pt x="78" y="4802"/>
                  </a:cubicBezTo>
                  <a:cubicBezTo>
                    <a:pt x="71" y="4802"/>
                    <a:pt x="64" y="4806"/>
                    <a:pt x="61" y="4809"/>
                  </a:cubicBezTo>
                  <a:cubicBezTo>
                    <a:pt x="50" y="4827"/>
                    <a:pt x="32" y="4841"/>
                    <a:pt x="11" y="4855"/>
                  </a:cubicBezTo>
                  <a:cubicBezTo>
                    <a:pt x="4" y="4855"/>
                    <a:pt x="1" y="4862"/>
                    <a:pt x="1" y="4865"/>
                  </a:cubicBezTo>
                  <a:cubicBezTo>
                    <a:pt x="1" y="4872"/>
                    <a:pt x="1" y="4876"/>
                    <a:pt x="4" y="4883"/>
                  </a:cubicBezTo>
                  <a:lnTo>
                    <a:pt x="99" y="5006"/>
                  </a:lnTo>
                  <a:cubicBezTo>
                    <a:pt x="322" y="5298"/>
                    <a:pt x="576" y="5451"/>
                    <a:pt x="817" y="5451"/>
                  </a:cubicBezTo>
                  <a:cubicBezTo>
                    <a:pt x="942" y="5451"/>
                    <a:pt x="1063" y="5410"/>
                    <a:pt x="1175" y="5326"/>
                  </a:cubicBezTo>
                  <a:lnTo>
                    <a:pt x="5846" y="1762"/>
                  </a:lnTo>
                  <a:cubicBezTo>
                    <a:pt x="6201" y="1491"/>
                    <a:pt x="6243" y="946"/>
                    <a:pt x="5941" y="549"/>
                  </a:cubicBezTo>
                  <a:lnTo>
                    <a:pt x="5814" y="381"/>
                  </a:lnTo>
                  <a:cubicBezTo>
                    <a:pt x="5624" y="133"/>
                    <a:pt x="5345" y="1"/>
                    <a:pt x="50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4248616" y="4536209"/>
              <a:ext cx="198747" cy="173617"/>
            </a:xfrm>
            <a:custGeom>
              <a:avLst/>
              <a:gdLst/>
              <a:ahLst/>
              <a:cxnLst/>
              <a:rect l="l" t="t" r="r" b="b"/>
              <a:pathLst>
                <a:path w="6327" h="5527" extrusionOk="0">
                  <a:moveTo>
                    <a:pt x="5115" y="78"/>
                  </a:moveTo>
                  <a:cubicBezTo>
                    <a:pt x="5373" y="78"/>
                    <a:pt x="5641" y="205"/>
                    <a:pt x="5820" y="442"/>
                  </a:cubicBezTo>
                  <a:lnTo>
                    <a:pt x="5951" y="611"/>
                  </a:lnTo>
                  <a:cubicBezTo>
                    <a:pt x="6239" y="990"/>
                    <a:pt x="6200" y="1511"/>
                    <a:pt x="5859" y="1771"/>
                  </a:cubicBezTo>
                  <a:lnTo>
                    <a:pt x="1188" y="5331"/>
                  </a:lnTo>
                  <a:cubicBezTo>
                    <a:pt x="1085" y="5409"/>
                    <a:pt x="972" y="5448"/>
                    <a:pt x="855" y="5448"/>
                  </a:cubicBezTo>
                  <a:cubicBezTo>
                    <a:pt x="625" y="5448"/>
                    <a:pt x="380" y="5300"/>
                    <a:pt x="165" y="5018"/>
                  </a:cubicBezTo>
                  <a:lnTo>
                    <a:pt x="85" y="4913"/>
                  </a:lnTo>
                  <a:cubicBezTo>
                    <a:pt x="95" y="4906"/>
                    <a:pt x="106" y="4899"/>
                    <a:pt x="113" y="4888"/>
                  </a:cubicBezTo>
                  <a:lnTo>
                    <a:pt x="197" y="4997"/>
                  </a:lnTo>
                  <a:cubicBezTo>
                    <a:pt x="402" y="5267"/>
                    <a:pt x="629" y="5408"/>
                    <a:pt x="845" y="5408"/>
                  </a:cubicBezTo>
                  <a:cubicBezTo>
                    <a:pt x="955" y="5408"/>
                    <a:pt x="1061" y="5371"/>
                    <a:pt x="1160" y="5296"/>
                  </a:cubicBezTo>
                  <a:lnTo>
                    <a:pt x="5831" y="1732"/>
                  </a:lnTo>
                  <a:cubicBezTo>
                    <a:pt x="6154" y="1486"/>
                    <a:pt x="6197" y="994"/>
                    <a:pt x="5919" y="632"/>
                  </a:cubicBezTo>
                  <a:lnTo>
                    <a:pt x="5792" y="463"/>
                  </a:lnTo>
                  <a:cubicBezTo>
                    <a:pt x="5620" y="241"/>
                    <a:pt x="5368" y="120"/>
                    <a:pt x="5124" y="120"/>
                  </a:cubicBezTo>
                  <a:cubicBezTo>
                    <a:pt x="4975" y="120"/>
                    <a:pt x="4829" y="165"/>
                    <a:pt x="4706" y="259"/>
                  </a:cubicBezTo>
                  <a:lnTo>
                    <a:pt x="1926" y="2375"/>
                  </a:lnTo>
                  <a:cubicBezTo>
                    <a:pt x="1925" y="2376"/>
                    <a:pt x="1924" y="2377"/>
                    <a:pt x="1922" y="2377"/>
                  </a:cubicBezTo>
                  <a:cubicBezTo>
                    <a:pt x="1917" y="2377"/>
                    <a:pt x="1910" y="2373"/>
                    <a:pt x="1905" y="2368"/>
                  </a:cubicBezTo>
                  <a:cubicBezTo>
                    <a:pt x="1902" y="2361"/>
                    <a:pt x="1895" y="2344"/>
                    <a:pt x="1909" y="2333"/>
                  </a:cubicBezTo>
                  <a:lnTo>
                    <a:pt x="4678" y="221"/>
                  </a:lnTo>
                  <a:cubicBezTo>
                    <a:pt x="4806" y="124"/>
                    <a:pt x="4959" y="78"/>
                    <a:pt x="5115" y="78"/>
                  </a:cubicBezTo>
                  <a:close/>
                  <a:moveTo>
                    <a:pt x="5115" y="1"/>
                  </a:moveTo>
                  <a:cubicBezTo>
                    <a:pt x="4943" y="1"/>
                    <a:pt x="4774" y="53"/>
                    <a:pt x="4633" y="161"/>
                  </a:cubicBezTo>
                  <a:lnTo>
                    <a:pt x="1863" y="2273"/>
                  </a:lnTo>
                  <a:cubicBezTo>
                    <a:pt x="1814" y="2312"/>
                    <a:pt x="1817" y="2372"/>
                    <a:pt x="1845" y="2414"/>
                  </a:cubicBezTo>
                  <a:cubicBezTo>
                    <a:pt x="1866" y="2438"/>
                    <a:pt x="1893" y="2452"/>
                    <a:pt x="1921" y="2452"/>
                  </a:cubicBezTo>
                  <a:cubicBezTo>
                    <a:pt x="1937" y="2452"/>
                    <a:pt x="1953" y="2447"/>
                    <a:pt x="1968" y="2438"/>
                  </a:cubicBezTo>
                  <a:lnTo>
                    <a:pt x="4752" y="319"/>
                  </a:lnTo>
                  <a:cubicBezTo>
                    <a:pt x="4862" y="236"/>
                    <a:pt x="4993" y="196"/>
                    <a:pt x="5127" y="196"/>
                  </a:cubicBezTo>
                  <a:cubicBezTo>
                    <a:pt x="5348" y="196"/>
                    <a:pt x="5577" y="305"/>
                    <a:pt x="5733" y="509"/>
                  </a:cubicBezTo>
                  <a:lnTo>
                    <a:pt x="5859" y="678"/>
                  </a:lnTo>
                  <a:cubicBezTo>
                    <a:pt x="6109" y="1004"/>
                    <a:pt x="6077" y="1451"/>
                    <a:pt x="5785" y="1672"/>
                  </a:cubicBezTo>
                  <a:lnTo>
                    <a:pt x="1114" y="5236"/>
                  </a:lnTo>
                  <a:cubicBezTo>
                    <a:pt x="1032" y="5299"/>
                    <a:pt x="941" y="5330"/>
                    <a:pt x="847" y="5330"/>
                  </a:cubicBezTo>
                  <a:cubicBezTo>
                    <a:pt x="654" y="5330"/>
                    <a:pt x="446" y="5200"/>
                    <a:pt x="257" y="4951"/>
                  </a:cubicBezTo>
                  <a:lnTo>
                    <a:pt x="158" y="4825"/>
                  </a:lnTo>
                  <a:cubicBezTo>
                    <a:pt x="148" y="4811"/>
                    <a:pt x="134" y="4800"/>
                    <a:pt x="116" y="4800"/>
                  </a:cubicBezTo>
                  <a:cubicBezTo>
                    <a:pt x="99" y="4804"/>
                    <a:pt x="81" y="4811"/>
                    <a:pt x="70" y="4825"/>
                  </a:cubicBezTo>
                  <a:cubicBezTo>
                    <a:pt x="60" y="4839"/>
                    <a:pt x="46" y="4850"/>
                    <a:pt x="28" y="4860"/>
                  </a:cubicBezTo>
                  <a:cubicBezTo>
                    <a:pt x="14" y="4867"/>
                    <a:pt x="4" y="4881"/>
                    <a:pt x="4" y="4899"/>
                  </a:cubicBezTo>
                  <a:cubicBezTo>
                    <a:pt x="0" y="4913"/>
                    <a:pt x="4" y="4930"/>
                    <a:pt x="14" y="4941"/>
                  </a:cubicBezTo>
                  <a:lnTo>
                    <a:pt x="106" y="5064"/>
                  </a:lnTo>
                  <a:cubicBezTo>
                    <a:pt x="338" y="5367"/>
                    <a:pt x="603" y="5527"/>
                    <a:pt x="854" y="5527"/>
                  </a:cubicBezTo>
                  <a:cubicBezTo>
                    <a:pt x="987" y="5527"/>
                    <a:pt x="1116" y="5482"/>
                    <a:pt x="1234" y="5391"/>
                  </a:cubicBezTo>
                  <a:lnTo>
                    <a:pt x="5905" y="1830"/>
                  </a:lnTo>
                  <a:cubicBezTo>
                    <a:pt x="6277" y="1546"/>
                    <a:pt x="6327" y="976"/>
                    <a:pt x="6010" y="565"/>
                  </a:cubicBezTo>
                  <a:lnTo>
                    <a:pt x="5880" y="396"/>
                  </a:lnTo>
                  <a:cubicBezTo>
                    <a:pt x="5686" y="139"/>
                    <a:pt x="5396" y="1"/>
                    <a:pt x="51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" name="Google Shape;804;p16"/>
          <p:cNvGrpSpPr/>
          <p:nvPr/>
        </p:nvGrpSpPr>
        <p:grpSpPr>
          <a:xfrm>
            <a:off x="8816036" y="4540031"/>
            <a:ext cx="137078" cy="137078"/>
            <a:chOff x="2495900" y="1640275"/>
            <a:chExt cx="94050" cy="94050"/>
          </a:xfrm>
        </p:grpSpPr>
        <p:sp>
          <p:nvSpPr>
            <p:cNvPr id="805" name="Google Shape;805;p16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7" name="Google Shape;807;p16"/>
          <p:cNvGrpSpPr/>
          <p:nvPr/>
        </p:nvGrpSpPr>
        <p:grpSpPr>
          <a:xfrm rot="-5400000">
            <a:off x="8317784" y="4567972"/>
            <a:ext cx="225985" cy="540514"/>
            <a:chOff x="5273600" y="602550"/>
            <a:chExt cx="155050" cy="370850"/>
          </a:xfrm>
        </p:grpSpPr>
        <p:sp>
          <p:nvSpPr>
            <p:cNvPr id="808" name="Google Shape;808;p16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7"/>
          <p:cNvSpPr txBox="1">
            <a:spLocks noGrp="1"/>
          </p:cNvSpPr>
          <p:nvPr>
            <p:ph type="body" idx="1"/>
          </p:nvPr>
        </p:nvSpPr>
        <p:spPr>
          <a:xfrm>
            <a:off x="720000" y="1353788"/>
            <a:ext cx="4223100" cy="29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28" name="Google Shape;828;p17"/>
          <p:cNvSpPr>
            <a:spLocks noGrp="1"/>
          </p:cNvSpPr>
          <p:nvPr>
            <p:ph type="pic" idx="2"/>
          </p:nvPr>
        </p:nvSpPr>
        <p:spPr>
          <a:xfrm>
            <a:off x="4810942" y="1235699"/>
            <a:ext cx="3663600" cy="36636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829" name="Google Shape;829;p17"/>
          <p:cNvGrpSpPr/>
          <p:nvPr/>
        </p:nvGrpSpPr>
        <p:grpSpPr>
          <a:xfrm>
            <a:off x="8650400" y="299692"/>
            <a:ext cx="730223" cy="624729"/>
            <a:chOff x="5193347" y="3950554"/>
            <a:chExt cx="403996" cy="345632"/>
          </a:xfrm>
        </p:grpSpPr>
        <p:sp>
          <p:nvSpPr>
            <p:cNvPr id="830" name="Google Shape;830;p17"/>
            <p:cNvSpPr/>
            <p:nvPr/>
          </p:nvSpPr>
          <p:spPr>
            <a:xfrm>
              <a:off x="5193347" y="3950554"/>
              <a:ext cx="330585" cy="261603"/>
            </a:xfrm>
            <a:custGeom>
              <a:avLst/>
              <a:gdLst/>
              <a:ahLst/>
              <a:cxnLst/>
              <a:rect l="l" t="t" r="r" b="b"/>
              <a:pathLst>
                <a:path w="10524" h="8328" extrusionOk="0">
                  <a:moveTo>
                    <a:pt x="6078" y="1"/>
                  </a:moveTo>
                  <a:cubicBezTo>
                    <a:pt x="5053" y="1"/>
                    <a:pt x="4018" y="295"/>
                    <a:pt x="3104" y="908"/>
                  </a:cubicBezTo>
                  <a:cubicBezTo>
                    <a:pt x="651" y="2556"/>
                    <a:pt x="0" y="5878"/>
                    <a:pt x="1645" y="8328"/>
                  </a:cubicBezTo>
                  <a:lnTo>
                    <a:pt x="3824" y="6866"/>
                  </a:lnTo>
                  <a:cubicBezTo>
                    <a:pt x="3459" y="6398"/>
                    <a:pt x="3237" y="5818"/>
                    <a:pt x="3237" y="5189"/>
                  </a:cubicBezTo>
                  <a:cubicBezTo>
                    <a:pt x="3237" y="3702"/>
                    <a:pt x="4478" y="2458"/>
                    <a:pt x="5968" y="2458"/>
                  </a:cubicBezTo>
                  <a:cubicBezTo>
                    <a:pt x="6970" y="2458"/>
                    <a:pt x="7856" y="3020"/>
                    <a:pt x="8334" y="3839"/>
                  </a:cubicBezTo>
                  <a:lnTo>
                    <a:pt x="10523" y="2367"/>
                  </a:lnTo>
                  <a:cubicBezTo>
                    <a:pt x="9492" y="831"/>
                    <a:pt x="7800" y="1"/>
                    <a:pt x="60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7"/>
            <p:cNvSpPr/>
            <p:nvPr/>
          </p:nvSpPr>
          <p:spPr>
            <a:xfrm>
              <a:off x="5212100" y="4000689"/>
              <a:ext cx="385243" cy="295497"/>
            </a:xfrm>
            <a:custGeom>
              <a:avLst/>
              <a:gdLst/>
              <a:ahLst/>
              <a:cxnLst/>
              <a:rect l="l" t="t" r="r" b="b"/>
              <a:pathLst>
                <a:path w="12264" h="9407" extrusionOk="0">
                  <a:moveTo>
                    <a:pt x="10833" y="1"/>
                  </a:moveTo>
                  <a:lnTo>
                    <a:pt x="1" y="7273"/>
                  </a:lnTo>
                  <a:lnTo>
                    <a:pt x="1431" y="9406"/>
                  </a:lnTo>
                  <a:lnTo>
                    <a:pt x="12264" y="2131"/>
                  </a:lnTo>
                  <a:lnTo>
                    <a:pt x="108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7"/>
            <p:cNvSpPr/>
            <p:nvPr/>
          </p:nvSpPr>
          <p:spPr>
            <a:xfrm>
              <a:off x="5498614" y="4085597"/>
              <a:ext cx="25758" cy="34145"/>
            </a:xfrm>
            <a:custGeom>
              <a:avLst/>
              <a:gdLst/>
              <a:ahLst/>
              <a:cxnLst/>
              <a:rect l="l" t="t" r="r" b="b"/>
              <a:pathLst>
                <a:path w="820" h="1087" extrusionOk="0">
                  <a:moveTo>
                    <a:pt x="166" y="1"/>
                  </a:moveTo>
                  <a:lnTo>
                    <a:pt x="0" y="113"/>
                  </a:lnTo>
                  <a:lnTo>
                    <a:pt x="654" y="1087"/>
                  </a:lnTo>
                  <a:lnTo>
                    <a:pt x="819" y="978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7"/>
            <p:cNvSpPr/>
            <p:nvPr/>
          </p:nvSpPr>
          <p:spPr>
            <a:xfrm>
              <a:off x="5530089" y="4064613"/>
              <a:ext cx="25758" cy="34177"/>
            </a:xfrm>
            <a:custGeom>
              <a:avLst/>
              <a:gdLst/>
              <a:ahLst/>
              <a:cxnLst/>
              <a:rect l="l" t="t" r="r" b="b"/>
              <a:pathLst>
                <a:path w="820" h="1088" extrusionOk="0">
                  <a:moveTo>
                    <a:pt x="165" y="1"/>
                  </a:moveTo>
                  <a:lnTo>
                    <a:pt x="0" y="110"/>
                  </a:lnTo>
                  <a:lnTo>
                    <a:pt x="657" y="1087"/>
                  </a:lnTo>
                  <a:lnTo>
                    <a:pt x="819" y="975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562193" y="4043315"/>
              <a:ext cx="25758" cy="34145"/>
            </a:xfrm>
            <a:custGeom>
              <a:avLst/>
              <a:gdLst/>
              <a:ahLst/>
              <a:cxnLst/>
              <a:rect l="l" t="t" r="r" b="b"/>
              <a:pathLst>
                <a:path w="820" h="1087" extrusionOk="0">
                  <a:moveTo>
                    <a:pt x="166" y="1"/>
                  </a:moveTo>
                  <a:lnTo>
                    <a:pt x="1" y="110"/>
                  </a:lnTo>
                  <a:lnTo>
                    <a:pt x="655" y="1087"/>
                  </a:lnTo>
                  <a:lnTo>
                    <a:pt x="820" y="978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244675" y="4256732"/>
              <a:ext cx="25758" cy="34145"/>
            </a:xfrm>
            <a:custGeom>
              <a:avLst/>
              <a:gdLst/>
              <a:ahLst/>
              <a:cxnLst/>
              <a:rect l="l" t="t" r="r" b="b"/>
              <a:pathLst>
                <a:path w="820" h="1087" extrusionOk="0">
                  <a:moveTo>
                    <a:pt x="166" y="1"/>
                  </a:moveTo>
                  <a:lnTo>
                    <a:pt x="1" y="110"/>
                  </a:lnTo>
                  <a:lnTo>
                    <a:pt x="654" y="1087"/>
                  </a:lnTo>
                  <a:lnTo>
                    <a:pt x="820" y="978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7"/>
            <p:cNvSpPr/>
            <p:nvPr/>
          </p:nvSpPr>
          <p:spPr>
            <a:xfrm>
              <a:off x="5276685" y="4234994"/>
              <a:ext cx="25758" cy="34240"/>
            </a:xfrm>
            <a:custGeom>
              <a:avLst/>
              <a:gdLst/>
              <a:ahLst/>
              <a:cxnLst/>
              <a:rect l="l" t="t" r="r" b="b"/>
              <a:pathLst>
                <a:path w="820" h="1090" extrusionOk="0">
                  <a:moveTo>
                    <a:pt x="166" y="0"/>
                  </a:moveTo>
                  <a:lnTo>
                    <a:pt x="1" y="113"/>
                  </a:lnTo>
                  <a:lnTo>
                    <a:pt x="658" y="1090"/>
                  </a:lnTo>
                  <a:lnTo>
                    <a:pt x="820" y="977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7"/>
            <p:cNvSpPr/>
            <p:nvPr/>
          </p:nvSpPr>
          <p:spPr>
            <a:xfrm>
              <a:off x="5308505" y="4213665"/>
              <a:ext cx="25758" cy="34271"/>
            </a:xfrm>
            <a:custGeom>
              <a:avLst/>
              <a:gdLst/>
              <a:ahLst/>
              <a:cxnLst/>
              <a:rect l="l" t="t" r="r" b="b"/>
              <a:pathLst>
                <a:path w="820" h="1091" extrusionOk="0">
                  <a:moveTo>
                    <a:pt x="162" y="1"/>
                  </a:moveTo>
                  <a:lnTo>
                    <a:pt x="0" y="113"/>
                  </a:lnTo>
                  <a:lnTo>
                    <a:pt x="654" y="1090"/>
                  </a:lnTo>
                  <a:lnTo>
                    <a:pt x="819" y="978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339949" y="4191928"/>
              <a:ext cx="25884" cy="34145"/>
            </a:xfrm>
            <a:custGeom>
              <a:avLst/>
              <a:gdLst/>
              <a:ahLst/>
              <a:cxnLst/>
              <a:rect l="l" t="t" r="r" b="b"/>
              <a:pathLst>
                <a:path w="824" h="1087" extrusionOk="0">
                  <a:moveTo>
                    <a:pt x="166" y="0"/>
                  </a:moveTo>
                  <a:lnTo>
                    <a:pt x="1" y="109"/>
                  </a:lnTo>
                  <a:lnTo>
                    <a:pt x="658" y="1086"/>
                  </a:lnTo>
                  <a:lnTo>
                    <a:pt x="823" y="978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371864" y="4170850"/>
              <a:ext cx="25758" cy="34145"/>
            </a:xfrm>
            <a:custGeom>
              <a:avLst/>
              <a:gdLst/>
              <a:ahLst/>
              <a:cxnLst/>
              <a:rect l="l" t="t" r="r" b="b"/>
              <a:pathLst>
                <a:path w="820" h="1087" extrusionOk="0">
                  <a:moveTo>
                    <a:pt x="166" y="0"/>
                  </a:moveTo>
                  <a:lnTo>
                    <a:pt x="1" y="109"/>
                  </a:lnTo>
                  <a:lnTo>
                    <a:pt x="658" y="1086"/>
                  </a:lnTo>
                  <a:lnTo>
                    <a:pt x="820" y="977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7"/>
            <p:cNvSpPr/>
            <p:nvPr/>
          </p:nvSpPr>
          <p:spPr>
            <a:xfrm>
              <a:off x="5403340" y="4149867"/>
              <a:ext cx="25758" cy="34145"/>
            </a:xfrm>
            <a:custGeom>
              <a:avLst/>
              <a:gdLst/>
              <a:ahLst/>
              <a:cxnLst/>
              <a:rect l="l" t="t" r="r" b="b"/>
              <a:pathLst>
                <a:path w="820" h="1087" extrusionOk="0">
                  <a:moveTo>
                    <a:pt x="162" y="0"/>
                  </a:moveTo>
                  <a:lnTo>
                    <a:pt x="0" y="109"/>
                  </a:lnTo>
                  <a:lnTo>
                    <a:pt x="654" y="1086"/>
                  </a:lnTo>
                  <a:lnTo>
                    <a:pt x="819" y="977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7"/>
            <p:cNvSpPr/>
            <p:nvPr/>
          </p:nvSpPr>
          <p:spPr>
            <a:xfrm>
              <a:off x="5435255" y="4128538"/>
              <a:ext cx="25727" cy="34177"/>
            </a:xfrm>
            <a:custGeom>
              <a:avLst/>
              <a:gdLst/>
              <a:ahLst/>
              <a:cxnLst/>
              <a:rect l="l" t="t" r="r" b="b"/>
              <a:pathLst>
                <a:path w="819" h="1088" extrusionOk="0">
                  <a:moveTo>
                    <a:pt x="165" y="1"/>
                  </a:moveTo>
                  <a:lnTo>
                    <a:pt x="0" y="110"/>
                  </a:lnTo>
                  <a:lnTo>
                    <a:pt x="654" y="1087"/>
                  </a:lnTo>
                  <a:lnTo>
                    <a:pt x="819" y="978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7"/>
            <p:cNvSpPr/>
            <p:nvPr/>
          </p:nvSpPr>
          <p:spPr>
            <a:xfrm>
              <a:off x="5466919" y="4106706"/>
              <a:ext cx="25758" cy="34145"/>
            </a:xfrm>
            <a:custGeom>
              <a:avLst/>
              <a:gdLst/>
              <a:ahLst/>
              <a:cxnLst/>
              <a:rect l="l" t="t" r="r" b="b"/>
              <a:pathLst>
                <a:path w="820" h="1087" extrusionOk="0">
                  <a:moveTo>
                    <a:pt x="166" y="0"/>
                  </a:moveTo>
                  <a:lnTo>
                    <a:pt x="1" y="109"/>
                  </a:lnTo>
                  <a:lnTo>
                    <a:pt x="658" y="1086"/>
                  </a:lnTo>
                  <a:lnTo>
                    <a:pt x="820" y="977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7"/>
            <p:cNvSpPr/>
            <p:nvPr/>
          </p:nvSpPr>
          <p:spPr>
            <a:xfrm>
              <a:off x="5522802" y="4086602"/>
              <a:ext cx="16460" cy="21989"/>
            </a:xfrm>
            <a:custGeom>
              <a:avLst/>
              <a:gdLst/>
              <a:ahLst/>
              <a:cxnLst/>
              <a:rect l="l" t="t" r="r" b="b"/>
              <a:pathLst>
                <a:path w="524" h="700" extrusionOk="0">
                  <a:moveTo>
                    <a:pt x="102" y="0"/>
                  </a:moveTo>
                  <a:lnTo>
                    <a:pt x="0" y="67"/>
                  </a:lnTo>
                  <a:lnTo>
                    <a:pt x="425" y="700"/>
                  </a:lnTo>
                  <a:lnTo>
                    <a:pt x="524" y="633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7"/>
            <p:cNvSpPr/>
            <p:nvPr/>
          </p:nvSpPr>
          <p:spPr>
            <a:xfrm>
              <a:off x="5554685" y="4065084"/>
              <a:ext cx="16617" cy="21989"/>
            </a:xfrm>
            <a:custGeom>
              <a:avLst/>
              <a:gdLst/>
              <a:ahLst/>
              <a:cxnLst/>
              <a:rect l="l" t="t" r="r" b="b"/>
              <a:pathLst>
                <a:path w="529" h="700" extrusionOk="0">
                  <a:moveTo>
                    <a:pt x="103" y="0"/>
                  </a:moveTo>
                  <a:lnTo>
                    <a:pt x="1" y="70"/>
                  </a:lnTo>
                  <a:lnTo>
                    <a:pt x="426" y="699"/>
                  </a:lnTo>
                  <a:lnTo>
                    <a:pt x="528" y="633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7"/>
            <p:cNvSpPr/>
            <p:nvPr/>
          </p:nvSpPr>
          <p:spPr>
            <a:xfrm>
              <a:off x="5268863" y="4257392"/>
              <a:ext cx="16492" cy="22114"/>
            </a:xfrm>
            <a:custGeom>
              <a:avLst/>
              <a:gdLst/>
              <a:ahLst/>
              <a:cxnLst/>
              <a:rect l="l" t="t" r="r" b="b"/>
              <a:pathLst>
                <a:path w="525" h="704" extrusionOk="0">
                  <a:moveTo>
                    <a:pt x="99" y="1"/>
                  </a:moveTo>
                  <a:lnTo>
                    <a:pt x="0" y="71"/>
                  </a:lnTo>
                  <a:lnTo>
                    <a:pt x="422" y="704"/>
                  </a:lnTo>
                  <a:lnTo>
                    <a:pt x="524" y="633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7"/>
            <p:cNvSpPr/>
            <p:nvPr/>
          </p:nvSpPr>
          <p:spPr>
            <a:xfrm>
              <a:off x="5300338" y="4236094"/>
              <a:ext cx="16586" cy="21989"/>
            </a:xfrm>
            <a:custGeom>
              <a:avLst/>
              <a:gdLst/>
              <a:ahLst/>
              <a:cxnLst/>
              <a:rect l="l" t="t" r="r" b="b"/>
              <a:pathLst>
                <a:path w="528" h="700" extrusionOk="0">
                  <a:moveTo>
                    <a:pt x="102" y="0"/>
                  </a:moveTo>
                  <a:lnTo>
                    <a:pt x="0" y="67"/>
                  </a:lnTo>
                  <a:lnTo>
                    <a:pt x="425" y="700"/>
                  </a:lnTo>
                  <a:lnTo>
                    <a:pt x="527" y="633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7"/>
            <p:cNvSpPr/>
            <p:nvPr/>
          </p:nvSpPr>
          <p:spPr>
            <a:xfrm>
              <a:off x="5332002" y="4214545"/>
              <a:ext cx="16586" cy="22020"/>
            </a:xfrm>
            <a:custGeom>
              <a:avLst/>
              <a:gdLst/>
              <a:ahLst/>
              <a:cxnLst/>
              <a:rect l="l" t="t" r="r" b="b"/>
              <a:pathLst>
                <a:path w="528" h="701" extrusionOk="0">
                  <a:moveTo>
                    <a:pt x="103" y="1"/>
                  </a:moveTo>
                  <a:lnTo>
                    <a:pt x="1" y="68"/>
                  </a:lnTo>
                  <a:lnTo>
                    <a:pt x="426" y="700"/>
                  </a:lnTo>
                  <a:lnTo>
                    <a:pt x="528" y="630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7"/>
            <p:cNvSpPr/>
            <p:nvPr/>
          </p:nvSpPr>
          <p:spPr>
            <a:xfrm>
              <a:off x="5364137" y="4193153"/>
              <a:ext cx="16586" cy="21989"/>
            </a:xfrm>
            <a:custGeom>
              <a:avLst/>
              <a:gdLst/>
              <a:ahLst/>
              <a:cxnLst/>
              <a:rect l="l" t="t" r="r" b="b"/>
              <a:pathLst>
                <a:path w="528" h="700" extrusionOk="0">
                  <a:moveTo>
                    <a:pt x="102" y="0"/>
                  </a:moveTo>
                  <a:lnTo>
                    <a:pt x="1" y="70"/>
                  </a:lnTo>
                  <a:lnTo>
                    <a:pt x="426" y="700"/>
                  </a:lnTo>
                  <a:lnTo>
                    <a:pt x="528" y="633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7"/>
            <p:cNvSpPr/>
            <p:nvPr/>
          </p:nvSpPr>
          <p:spPr>
            <a:xfrm>
              <a:off x="5396052" y="4171604"/>
              <a:ext cx="16460" cy="22020"/>
            </a:xfrm>
            <a:custGeom>
              <a:avLst/>
              <a:gdLst/>
              <a:ahLst/>
              <a:cxnLst/>
              <a:rect l="l" t="t" r="r" b="b"/>
              <a:pathLst>
                <a:path w="524" h="701" extrusionOk="0">
                  <a:moveTo>
                    <a:pt x="99" y="1"/>
                  </a:moveTo>
                  <a:lnTo>
                    <a:pt x="0" y="68"/>
                  </a:lnTo>
                  <a:lnTo>
                    <a:pt x="426" y="700"/>
                  </a:lnTo>
                  <a:lnTo>
                    <a:pt x="524" y="633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7"/>
            <p:cNvSpPr/>
            <p:nvPr/>
          </p:nvSpPr>
          <p:spPr>
            <a:xfrm>
              <a:off x="5427402" y="4150966"/>
              <a:ext cx="16492" cy="21989"/>
            </a:xfrm>
            <a:custGeom>
              <a:avLst/>
              <a:gdLst/>
              <a:ahLst/>
              <a:cxnLst/>
              <a:rect l="l" t="t" r="r" b="b"/>
              <a:pathLst>
                <a:path w="525" h="700" extrusionOk="0">
                  <a:moveTo>
                    <a:pt x="99" y="0"/>
                  </a:moveTo>
                  <a:lnTo>
                    <a:pt x="0" y="67"/>
                  </a:lnTo>
                  <a:lnTo>
                    <a:pt x="426" y="700"/>
                  </a:lnTo>
                  <a:lnTo>
                    <a:pt x="524" y="630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7"/>
            <p:cNvSpPr/>
            <p:nvPr/>
          </p:nvSpPr>
          <p:spPr>
            <a:xfrm>
              <a:off x="5459317" y="4129543"/>
              <a:ext cx="16586" cy="22020"/>
            </a:xfrm>
            <a:custGeom>
              <a:avLst/>
              <a:gdLst/>
              <a:ahLst/>
              <a:cxnLst/>
              <a:rect l="l" t="t" r="r" b="b"/>
              <a:pathLst>
                <a:path w="528" h="701" extrusionOk="0">
                  <a:moveTo>
                    <a:pt x="102" y="1"/>
                  </a:moveTo>
                  <a:lnTo>
                    <a:pt x="0" y="67"/>
                  </a:lnTo>
                  <a:lnTo>
                    <a:pt x="426" y="700"/>
                  </a:lnTo>
                  <a:lnTo>
                    <a:pt x="527" y="633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7"/>
            <p:cNvSpPr/>
            <p:nvPr/>
          </p:nvSpPr>
          <p:spPr>
            <a:xfrm>
              <a:off x="5490981" y="4108245"/>
              <a:ext cx="16617" cy="22114"/>
            </a:xfrm>
            <a:custGeom>
              <a:avLst/>
              <a:gdLst/>
              <a:ahLst/>
              <a:cxnLst/>
              <a:rect l="l" t="t" r="r" b="b"/>
              <a:pathLst>
                <a:path w="529" h="704" extrusionOk="0">
                  <a:moveTo>
                    <a:pt x="103" y="0"/>
                  </a:moveTo>
                  <a:lnTo>
                    <a:pt x="1" y="71"/>
                  </a:lnTo>
                  <a:lnTo>
                    <a:pt x="426" y="703"/>
                  </a:lnTo>
                  <a:lnTo>
                    <a:pt x="528" y="633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3" name="Google Shape;853;p17"/>
          <p:cNvGrpSpPr/>
          <p:nvPr/>
        </p:nvGrpSpPr>
        <p:grpSpPr>
          <a:xfrm>
            <a:off x="175345" y="4581276"/>
            <a:ext cx="967940" cy="433762"/>
            <a:chOff x="6799745" y="2231963"/>
            <a:chExt cx="334603" cy="149956"/>
          </a:xfrm>
        </p:grpSpPr>
        <p:sp>
          <p:nvSpPr>
            <p:cNvPr id="854" name="Google Shape;854;p17"/>
            <p:cNvSpPr/>
            <p:nvPr/>
          </p:nvSpPr>
          <p:spPr>
            <a:xfrm>
              <a:off x="6912269" y="2246931"/>
              <a:ext cx="222080" cy="134988"/>
            </a:xfrm>
            <a:custGeom>
              <a:avLst/>
              <a:gdLst/>
              <a:ahLst/>
              <a:cxnLst/>
              <a:rect l="l" t="t" r="r" b="b"/>
              <a:pathLst>
                <a:path w="11202" h="6809" extrusionOk="0">
                  <a:moveTo>
                    <a:pt x="5603" y="1"/>
                  </a:moveTo>
                  <a:lnTo>
                    <a:pt x="0" y="1853"/>
                  </a:lnTo>
                  <a:lnTo>
                    <a:pt x="4952" y="6809"/>
                  </a:lnTo>
                  <a:lnTo>
                    <a:pt x="11202" y="4886"/>
                  </a:lnTo>
                  <a:lnTo>
                    <a:pt x="5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7"/>
            <p:cNvSpPr/>
            <p:nvPr/>
          </p:nvSpPr>
          <p:spPr>
            <a:xfrm>
              <a:off x="6816953" y="2231963"/>
              <a:ext cx="222080" cy="135048"/>
            </a:xfrm>
            <a:custGeom>
              <a:avLst/>
              <a:gdLst/>
              <a:ahLst/>
              <a:cxnLst/>
              <a:rect l="l" t="t" r="r" b="b"/>
              <a:pathLst>
                <a:path w="11202" h="6812" extrusionOk="0">
                  <a:moveTo>
                    <a:pt x="5603" y="0"/>
                  </a:moveTo>
                  <a:lnTo>
                    <a:pt x="0" y="1856"/>
                  </a:lnTo>
                  <a:lnTo>
                    <a:pt x="4952" y="6812"/>
                  </a:lnTo>
                  <a:lnTo>
                    <a:pt x="11201" y="4889"/>
                  </a:lnTo>
                  <a:lnTo>
                    <a:pt x="56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7"/>
            <p:cNvSpPr/>
            <p:nvPr/>
          </p:nvSpPr>
          <p:spPr>
            <a:xfrm>
              <a:off x="6799745" y="2243025"/>
              <a:ext cx="213297" cy="123986"/>
            </a:xfrm>
            <a:custGeom>
              <a:avLst/>
              <a:gdLst/>
              <a:ahLst/>
              <a:cxnLst/>
              <a:rect l="l" t="t" r="r" b="b"/>
              <a:pathLst>
                <a:path w="10759" h="6254" extrusionOk="0">
                  <a:moveTo>
                    <a:pt x="5729" y="1"/>
                  </a:moveTo>
                  <a:cubicBezTo>
                    <a:pt x="5724" y="1"/>
                    <a:pt x="5719" y="2"/>
                    <a:pt x="5715" y="5"/>
                  </a:cubicBezTo>
                  <a:cubicBezTo>
                    <a:pt x="5539" y="131"/>
                    <a:pt x="0" y="1744"/>
                    <a:pt x="0" y="1744"/>
                  </a:cubicBezTo>
                  <a:lnTo>
                    <a:pt x="4685" y="6254"/>
                  </a:lnTo>
                  <a:lnTo>
                    <a:pt x="10758" y="4373"/>
                  </a:lnTo>
                  <a:lnTo>
                    <a:pt x="8839" y="2641"/>
                  </a:lnTo>
                  <a:lnTo>
                    <a:pt x="8094" y="2641"/>
                  </a:lnTo>
                  <a:cubicBezTo>
                    <a:pt x="8094" y="2641"/>
                    <a:pt x="5986" y="1"/>
                    <a:pt x="5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7"/>
            <p:cNvSpPr/>
            <p:nvPr/>
          </p:nvSpPr>
          <p:spPr>
            <a:xfrm>
              <a:off x="6893515" y="2244571"/>
              <a:ext cx="222099" cy="135048"/>
            </a:xfrm>
            <a:custGeom>
              <a:avLst/>
              <a:gdLst/>
              <a:ahLst/>
              <a:cxnLst/>
              <a:rect l="l" t="t" r="r" b="b"/>
              <a:pathLst>
                <a:path w="11203" h="6812" extrusionOk="0">
                  <a:moveTo>
                    <a:pt x="5600" y="0"/>
                  </a:moveTo>
                  <a:lnTo>
                    <a:pt x="1" y="1853"/>
                  </a:lnTo>
                  <a:lnTo>
                    <a:pt x="4953" y="6812"/>
                  </a:lnTo>
                  <a:lnTo>
                    <a:pt x="11202" y="4886"/>
                  </a:lnTo>
                  <a:lnTo>
                    <a:pt x="56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7"/>
            <p:cNvSpPr/>
            <p:nvPr/>
          </p:nvSpPr>
          <p:spPr>
            <a:xfrm>
              <a:off x="6876307" y="2255633"/>
              <a:ext cx="213317" cy="123986"/>
            </a:xfrm>
            <a:custGeom>
              <a:avLst/>
              <a:gdLst/>
              <a:ahLst/>
              <a:cxnLst/>
              <a:rect l="l" t="t" r="r" b="b"/>
              <a:pathLst>
                <a:path w="10760" h="6254" extrusionOk="0">
                  <a:moveTo>
                    <a:pt x="5730" y="0"/>
                  </a:moveTo>
                  <a:cubicBezTo>
                    <a:pt x="5724" y="0"/>
                    <a:pt x="5719" y="2"/>
                    <a:pt x="5716" y="5"/>
                  </a:cubicBezTo>
                  <a:cubicBezTo>
                    <a:pt x="5536" y="131"/>
                    <a:pt x="1" y="1744"/>
                    <a:pt x="1" y="1744"/>
                  </a:cubicBezTo>
                  <a:lnTo>
                    <a:pt x="4686" y="6254"/>
                  </a:lnTo>
                  <a:lnTo>
                    <a:pt x="10759" y="4373"/>
                  </a:lnTo>
                  <a:lnTo>
                    <a:pt x="8840" y="2637"/>
                  </a:lnTo>
                  <a:lnTo>
                    <a:pt x="8095" y="2637"/>
                  </a:lnTo>
                  <a:cubicBezTo>
                    <a:pt x="8095" y="2637"/>
                    <a:pt x="5989" y="0"/>
                    <a:pt x="5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7"/>
            <p:cNvSpPr/>
            <p:nvPr/>
          </p:nvSpPr>
          <p:spPr>
            <a:xfrm>
              <a:off x="6977293" y="2331105"/>
              <a:ext cx="53547" cy="25059"/>
            </a:xfrm>
            <a:custGeom>
              <a:avLst/>
              <a:gdLst/>
              <a:ahLst/>
              <a:cxnLst/>
              <a:rect l="l" t="t" r="r" b="b"/>
              <a:pathLst>
                <a:path w="2701" h="1264" extrusionOk="0">
                  <a:moveTo>
                    <a:pt x="2609" y="0"/>
                  </a:moveTo>
                  <a:cubicBezTo>
                    <a:pt x="2602" y="0"/>
                    <a:pt x="2594" y="1"/>
                    <a:pt x="2586" y="4"/>
                  </a:cubicBezTo>
                  <a:cubicBezTo>
                    <a:pt x="2344" y="81"/>
                    <a:pt x="2105" y="162"/>
                    <a:pt x="1873" y="264"/>
                  </a:cubicBezTo>
                  <a:cubicBezTo>
                    <a:pt x="1634" y="366"/>
                    <a:pt x="1426" y="496"/>
                    <a:pt x="1216" y="640"/>
                  </a:cubicBezTo>
                  <a:cubicBezTo>
                    <a:pt x="1184" y="660"/>
                    <a:pt x="1146" y="684"/>
                    <a:pt x="1112" y="684"/>
                  </a:cubicBezTo>
                  <a:cubicBezTo>
                    <a:pt x="1092" y="684"/>
                    <a:pt x="1073" y="676"/>
                    <a:pt x="1057" y="654"/>
                  </a:cubicBezTo>
                  <a:cubicBezTo>
                    <a:pt x="1033" y="619"/>
                    <a:pt x="1033" y="581"/>
                    <a:pt x="984" y="563"/>
                  </a:cubicBezTo>
                  <a:cubicBezTo>
                    <a:pt x="966" y="555"/>
                    <a:pt x="947" y="551"/>
                    <a:pt x="929" y="551"/>
                  </a:cubicBezTo>
                  <a:cubicBezTo>
                    <a:pt x="842" y="551"/>
                    <a:pt x="752" y="628"/>
                    <a:pt x="688" y="672"/>
                  </a:cubicBezTo>
                  <a:cubicBezTo>
                    <a:pt x="467" y="816"/>
                    <a:pt x="256" y="974"/>
                    <a:pt x="56" y="1146"/>
                  </a:cubicBezTo>
                  <a:cubicBezTo>
                    <a:pt x="1" y="1193"/>
                    <a:pt x="49" y="1263"/>
                    <a:pt x="106" y="1263"/>
                  </a:cubicBezTo>
                  <a:cubicBezTo>
                    <a:pt x="122" y="1263"/>
                    <a:pt x="139" y="1258"/>
                    <a:pt x="154" y="1245"/>
                  </a:cubicBezTo>
                  <a:cubicBezTo>
                    <a:pt x="358" y="1073"/>
                    <a:pt x="572" y="911"/>
                    <a:pt x="797" y="767"/>
                  </a:cubicBezTo>
                  <a:cubicBezTo>
                    <a:pt x="825" y="749"/>
                    <a:pt x="854" y="732"/>
                    <a:pt x="882" y="714"/>
                  </a:cubicBezTo>
                  <a:cubicBezTo>
                    <a:pt x="902" y="702"/>
                    <a:pt x="908" y="696"/>
                    <a:pt x="912" y="696"/>
                  </a:cubicBezTo>
                  <a:cubicBezTo>
                    <a:pt x="917" y="696"/>
                    <a:pt x="918" y="703"/>
                    <a:pt x="931" y="718"/>
                  </a:cubicBezTo>
                  <a:cubicBezTo>
                    <a:pt x="959" y="749"/>
                    <a:pt x="966" y="777"/>
                    <a:pt x="1008" y="802"/>
                  </a:cubicBezTo>
                  <a:cubicBezTo>
                    <a:pt x="1038" y="819"/>
                    <a:pt x="1071" y="826"/>
                    <a:pt x="1103" y="826"/>
                  </a:cubicBezTo>
                  <a:cubicBezTo>
                    <a:pt x="1158" y="826"/>
                    <a:pt x="1213" y="806"/>
                    <a:pt x="1261" y="777"/>
                  </a:cubicBezTo>
                  <a:cubicBezTo>
                    <a:pt x="1363" y="714"/>
                    <a:pt x="1455" y="637"/>
                    <a:pt x="1560" y="577"/>
                  </a:cubicBezTo>
                  <a:cubicBezTo>
                    <a:pt x="1665" y="514"/>
                    <a:pt x="1774" y="458"/>
                    <a:pt x="1887" y="408"/>
                  </a:cubicBezTo>
                  <a:cubicBezTo>
                    <a:pt x="2126" y="303"/>
                    <a:pt x="2375" y="222"/>
                    <a:pt x="2621" y="138"/>
                  </a:cubicBezTo>
                  <a:cubicBezTo>
                    <a:pt x="2701" y="112"/>
                    <a:pt x="2677" y="0"/>
                    <a:pt x="2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7"/>
            <p:cNvSpPr/>
            <p:nvPr/>
          </p:nvSpPr>
          <p:spPr>
            <a:xfrm>
              <a:off x="6985738" y="2341632"/>
              <a:ext cx="41652" cy="18497"/>
            </a:xfrm>
            <a:custGeom>
              <a:avLst/>
              <a:gdLst/>
              <a:ahLst/>
              <a:cxnLst/>
              <a:rect l="l" t="t" r="r" b="b"/>
              <a:pathLst>
                <a:path w="2101" h="933" extrusionOk="0">
                  <a:moveTo>
                    <a:pt x="1986" y="1"/>
                  </a:moveTo>
                  <a:cubicBezTo>
                    <a:pt x="1977" y="1"/>
                    <a:pt x="1967" y="3"/>
                    <a:pt x="1956" y="7"/>
                  </a:cubicBezTo>
                  <a:cubicBezTo>
                    <a:pt x="1334" y="285"/>
                    <a:pt x="709" y="545"/>
                    <a:pt x="76" y="795"/>
                  </a:cubicBezTo>
                  <a:cubicBezTo>
                    <a:pt x="1" y="823"/>
                    <a:pt x="21" y="933"/>
                    <a:pt x="86" y="933"/>
                  </a:cubicBezTo>
                  <a:cubicBezTo>
                    <a:pt x="94" y="933"/>
                    <a:pt x="102" y="932"/>
                    <a:pt x="111" y="928"/>
                  </a:cubicBezTo>
                  <a:cubicBezTo>
                    <a:pt x="758" y="679"/>
                    <a:pt x="1394" y="412"/>
                    <a:pt x="2027" y="130"/>
                  </a:cubicBezTo>
                  <a:cubicBezTo>
                    <a:pt x="2100" y="97"/>
                    <a:pt x="2053" y="1"/>
                    <a:pt x="1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7"/>
            <p:cNvSpPr/>
            <p:nvPr/>
          </p:nvSpPr>
          <p:spPr>
            <a:xfrm>
              <a:off x="6826429" y="2271275"/>
              <a:ext cx="27735" cy="12549"/>
            </a:xfrm>
            <a:custGeom>
              <a:avLst/>
              <a:gdLst/>
              <a:ahLst/>
              <a:cxnLst/>
              <a:rect l="l" t="t" r="r" b="b"/>
              <a:pathLst>
                <a:path w="1399" h="633" extrusionOk="0">
                  <a:moveTo>
                    <a:pt x="1220" y="0"/>
                  </a:moveTo>
                  <a:cubicBezTo>
                    <a:pt x="1129" y="0"/>
                    <a:pt x="1045" y="50"/>
                    <a:pt x="974" y="119"/>
                  </a:cubicBezTo>
                  <a:cubicBezTo>
                    <a:pt x="928" y="162"/>
                    <a:pt x="841" y="265"/>
                    <a:pt x="763" y="265"/>
                  </a:cubicBezTo>
                  <a:cubicBezTo>
                    <a:pt x="738" y="265"/>
                    <a:pt x="714" y="254"/>
                    <a:pt x="693" y="228"/>
                  </a:cubicBezTo>
                  <a:cubicBezTo>
                    <a:pt x="682" y="215"/>
                    <a:pt x="663" y="209"/>
                    <a:pt x="643" y="209"/>
                  </a:cubicBezTo>
                  <a:cubicBezTo>
                    <a:pt x="631" y="209"/>
                    <a:pt x="618" y="212"/>
                    <a:pt x="608" y="217"/>
                  </a:cubicBezTo>
                  <a:cubicBezTo>
                    <a:pt x="432" y="323"/>
                    <a:pt x="253" y="418"/>
                    <a:pt x="70" y="506"/>
                  </a:cubicBezTo>
                  <a:cubicBezTo>
                    <a:pt x="1" y="539"/>
                    <a:pt x="44" y="633"/>
                    <a:pt x="109" y="633"/>
                  </a:cubicBezTo>
                  <a:cubicBezTo>
                    <a:pt x="119" y="633"/>
                    <a:pt x="130" y="630"/>
                    <a:pt x="141" y="625"/>
                  </a:cubicBezTo>
                  <a:cubicBezTo>
                    <a:pt x="311" y="548"/>
                    <a:pt x="476" y="462"/>
                    <a:pt x="635" y="367"/>
                  </a:cubicBezTo>
                  <a:lnTo>
                    <a:pt x="635" y="367"/>
                  </a:lnTo>
                  <a:cubicBezTo>
                    <a:pt x="671" y="391"/>
                    <a:pt x="714" y="402"/>
                    <a:pt x="757" y="402"/>
                  </a:cubicBezTo>
                  <a:cubicBezTo>
                    <a:pt x="813" y="402"/>
                    <a:pt x="869" y="384"/>
                    <a:pt x="914" y="354"/>
                  </a:cubicBezTo>
                  <a:cubicBezTo>
                    <a:pt x="977" y="319"/>
                    <a:pt x="1023" y="263"/>
                    <a:pt x="1072" y="217"/>
                  </a:cubicBezTo>
                  <a:cubicBezTo>
                    <a:pt x="1110" y="183"/>
                    <a:pt x="1166" y="136"/>
                    <a:pt x="1220" y="136"/>
                  </a:cubicBezTo>
                  <a:cubicBezTo>
                    <a:pt x="1232" y="136"/>
                    <a:pt x="1244" y="139"/>
                    <a:pt x="1255" y="144"/>
                  </a:cubicBezTo>
                  <a:cubicBezTo>
                    <a:pt x="1266" y="149"/>
                    <a:pt x="1277" y="151"/>
                    <a:pt x="1288" y="151"/>
                  </a:cubicBezTo>
                  <a:cubicBezTo>
                    <a:pt x="1355" y="151"/>
                    <a:pt x="1399" y="55"/>
                    <a:pt x="1329" y="24"/>
                  </a:cubicBezTo>
                  <a:cubicBezTo>
                    <a:pt x="1292" y="8"/>
                    <a:pt x="1255" y="0"/>
                    <a:pt x="1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7"/>
            <p:cNvSpPr/>
            <p:nvPr/>
          </p:nvSpPr>
          <p:spPr>
            <a:xfrm>
              <a:off x="6858604" y="2267211"/>
              <a:ext cx="5392" cy="4183"/>
            </a:xfrm>
            <a:custGeom>
              <a:avLst/>
              <a:gdLst/>
              <a:ahLst/>
              <a:cxnLst/>
              <a:rect l="l" t="t" r="r" b="b"/>
              <a:pathLst>
                <a:path w="272" h="211" extrusionOk="0">
                  <a:moveTo>
                    <a:pt x="162" y="24"/>
                  </a:moveTo>
                  <a:cubicBezTo>
                    <a:pt x="162" y="24"/>
                    <a:pt x="161" y="25"/>
                    <a:pt x="159" y="25"/>
                  </a:cubicBezTo>
                  <a:cubicBezTo>
                    <a:pt x="160" y="25"/>
                    <a:pt x="161" y="24"/>
                    <a:pt x="162" y="24"/>
                  </a:cubicBezTo>
                  <a:close/>
                  <a:moveTo>
                    <a:pt x="229" y="22"/>
                  </a:moveTo>
                  <a:cubicBezTo>
                    <a:pt x="230" y="23"/>
                    <a:pt x="232" y="24"/>
                    <a:pt x="233" y="26"/>
                  </a:cubicBezTo>
                  <a:lnTo>
                    <a:pt x="233" y="26"/>
                  </a:lnTo>
                  <a:cubicBezTo>
                    <a:pt x="232" y="25"/>
                    <a:pt x="230" y="24"/>
                    <a:pt x="229" y="23"/>
                  </a:cubicBezTo>
                  <a:lnTo>
                    <a:pt x="229" y="23"/>
                  </a:lnTo>
                  <a:cubicBezTo>
                    <a:pt x="229" y="22"/>
                    <a:pt x="229" y="22"/>
                    <a:pt x="229" y="22"/>
                  </a:cubicBezTo>
                  <a:close/>
                  <a:moveTo>
                    <a:pt x="243" y="32"/>
                  </a:moveTo>
                  <a:cubicBezTo>
                    <a:pt x="243" y="39"/>
                    <a:pt x="250" y="43"/>
                    <a:pt x="254" y="46"/>
                  </a:cubicBezTo>
                  <a:lnTo>
                    <a:pt x="250" y="46"/>
                  </a:lnTo>
                  <a:cubicBezTo>
                    <a:pt x="249" y="43"/>
                    <a:pt x="246" y="39"/>
                    <a:pt x="243" y="36"/>
                  </a:cubicBezTo>
                  <a:lnTo>
                    <a:pt x="243" y="36"/>
                  </a:lnTo>
                  <a:cubicBezTo>
                    <a:pt x="243" y="36"/>
                    <a:pt x="243" y="36"/>
                    <a:pt x="243" y="36"/>
                  </a:cubicBezTo>
                  <a:lnTo>
                    <a:pt x="243" y="32"/>
                  </a:lnTo>
                  <a:close/>
                  <a:moveTo>
                    <a:pt x="140" y="130"/>
                  </a:moveTo>
                  <a:lnTo>
                    <a:pt x="139" y="131"/>
                  </a:lnTo>
                  <a:lnTo>
                    <a:pt x="139" y="131"/>
                  </a:lnTo>
                  <a:cubicBezTo>
                    <a:pt x="139" y="132"/>
                    <a:pt x="139" y="132"/>
                    <a:pt x="138" y="133"/>
                  </a:cubicBezTo>
                  <a:lnTo>
                    <a:pt x="138" y="133"/>
                  </a:lnTo>
                  <a:cubicBezTo>
                    <a:pt x="139" y="132"/>
                    <a:pt x="139" y="131"/>
                    <a:pt x="140" y="130"/>
                  </a:cubicBezTo>
                  <a:close/>
                  <a:moveTo>
                    <a:pt x="219" y="134"/>
                  </a:moveTo>
                  <a:cubicBezTo>
                    <a:pt x="216" y="137"/>
                    <a:pt x="212" y="139"/>
                    <a:pt x="208" y="141"/>
                  </a:cubicBezTo>
                  <a:lnTo>
                    <a:pt x="208" y="141"/>
                  </a:lnTo>
                  <a:cubicBezTo>
                    <a:pt x="212" y="138"/>
                    <a:pt x="216" y="136"/>
                    <a:pt x="219" y="134"/>
                  </a:cubicBezTo>
                  <a:close/>
                  <a:moveTo>
                    <a:pt x="134" y="145"/>
                  </a:moveTo>
                  <a:cubicBezTo>
                    <a:pt x="133" y="146"/>
                    <a:pt x="132" y="147"/>
                    <a:pt x="130" y="148"/>
                  </a:cubicBezTo>
                  <a:lnTo>
                    <a:pt x="130" y="148"/>
                  </a:lnTo>
                  <a:cubicBezTo>
                    <a:pt x="130" y="148"/>
                    <a:pt x="131" y="147"/>
                    <a:pt x="131" y="147"/>
                  </a:cubicBezTo>
                  <a:lnTo>
                    <a:pt x="131" y="147"/>
                  </a:lnTo>
                  <a:cubicBezTo>
                    <a:pt x="132" y="146"/>
                    <a:pt x="133" y="146"/>
                    <a:pt x="134" y="145"/>
                  </a:cubicBezTo>
                  <a:lnTo>
                    <a:pt x="134" y="145"/>
                  </a:lnTo>
                  <a:cubicBezTo>
                    <a:pt x="134" y="145"/>
                    <a:pt x="134" y="145"/>
                    <a:pt x="134" y="145"/>
                  </a:cubicBezTo>
                  <a:close/>
                  <a:moveTo>
                    <a:pt x="129" y="148"/>
                  </a:moveTo>
                  <a:lnTo>
                    <a:pt x="129" y="148"/>
                  </a:lnTo>
                  <a:cubicBezTo>
                    <a:pt x="129" y="148"/>
                    <a:pt x="129" y="149"/>
                    <a:pt x="129" y="149"/>
                  </a:cubicBezTo>
                  <a:lnTo>
                    <a:pt x="129" y="149"/>
                  </a:lnTo>
                  <a:cubicBezTo>
                    <a:pt x="126" y="151"/>
                    <a:pt x="123" y="153"/>
                    <a:pt x="120" y="155"/>
                  </a:cubicBezTo>
                  <a:lnTo>
                    <a:pt x="124" y="152"/>
                  </a:lnTo>
                  <a:cubicBezTo>
                    <a:pt x="126" y="151"/>
                    <a:pt x="128" y="149"/>
                    <a:pt x="129" y="148"/>
                  </a:cubicBezTo>
                  <a:close/>
                  <a:moveTo>
                    <a:pt x="194" y="1"/>
                  </a:moveTo>
                  <a:cubicBezTo>
                    <a:pt x="173" y="1"/>
                    <a:pt x="156" y="8"/>
                    <a:pt x="142" y="18"/>
                  </a:cubicBezTo>
                  <a:cubicBezTo>
                    <a:pt x="135" y="22"/>
                    <a:pt x="129" y="26"/>
                    <a:pt x="123" y="29"/>
                  </a:cubicBezTo>
                  <a:lnTo>
                    <a:pt x="123" y="29"/>
                  </a:lnTo>
                  <a:cubicBezTo>
                    <a:pt x="119" y="28"/>
                    <a:pt x="114" y="26"/>
                    <a:pt x="110" y="25"/>
                  </a:cubicBezTo>
                  <a:cubicBezTo>
                    <a:pt x="102" y="23"/>
                    <a:pt x="95" y="22"/>
                    <a:pt x="89" y="22"/>
                  </a:cubicBezTo>
                  <a:cubicBezTo>
                    <a:pt x="76" y="22"/>
                    <a:pt x="65" y="25"/>
                    <a:pt x="54" y="32"/>
                  </a:cubicBezTo>
                  <a:cubicBezTo>
                    <a:pt x="29" y="46"/>
                    <a:pt x="15" y="67"/>
                    <a:pt x="4" y="96"/>
                  </a:cubicBezTo>
                  <a:cubicBezTo>
                    <a:pt x="4" y="99"/>
                    <a:pt x="1" y="106"/>
                    <a:pt x="1" y="110"/>
                  </a:cubicBezTo>
                  <a:cubicBezTo>
                    <a:pt x="1" y="117"/>
                    <a:pt x="1" y="124"/>
                    <a:pt x="1" y="127"/>
                  </a:cubicBezTo>
                  <a:cubicBezTo>
                    <a:pt x="1" y="148"/>
                    <a:pt x="4" y="159"/>
                    <a:pt x="11" y="176"/>
                  </a:cubicBezTo>
                  <a:cubicBezTo>
                    <a:pt x="19" y="183"/>
                    <a:pt x="22" y="190"/>
                    <a:pt x="29" y="197"/>
                  </a:cubicBezTo>
                  <a:cubicBezTo>
                    <a:pt x="36" y="201"/>
                    <a:pt x="47" y="208"/>
                    <a:pt x="54" y="208"/>
                  </a:cubicBezTo>
                  <a:cubicBezTo>
                    <a:pt x="60" y="209"/>
                    <a:pt x="67" y="210"/>
                    <a:pt x="74" y="210"/>
                  </a:cubicBezTo>
                  <a:cubicBezTo>
                    <a:pt x="86" y="210"/>
                    <a:pt x="99" y="208"/>
                    <a:pt x="110" y="201"/>
                  </a:cubicBezTo>
                  <a:lnTo>
                    <a:pt x="166" y="169"/>
                  </a:lnTo>
                  <a:cubicBezTo>
                    <a:pt x="172" y="163"/>
                    <a:pt x="182" y="157"/>
                    <a:pt x="191" y="153"/>
                  </a:cubicBezTo>
                  <a:lnTo>
                    <a:pt x="191" y="153"/>
                  </a:lnTo>
                  <a:cubicBezTo>
                    <a:pt x="193" y="153"/>
                    <a:pt x="195" y="153"/>
                    <a:pt x="196" y="153"/>
                  </a:cubicBezTo>
                  <a:cubicBezTo>
                    <a:pt x="209" y="153"/>
                    <a:pt x="222" y="150"/>
                    <a:pt x="233" y="145"/>
                  </a:cubicBezTo>
                  <a:cubicBezTo>
                    <a:pt x="258" y="131"/>
                    <a:pt x="268" y="103"/>
                    <a:pt x="272" y="78"/>
                  </a:cubicBezTo>
                  <a:cubicBezTo>
                    <a:pt x="272" y="36"/>
                    <a:pt x="233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7"/>
            <p:cNvSpPr/>
            <p:nvPr/>
          </p:nvSpPr>
          <p:spPr>
            <a:xfrm>
              <a:off x="6830830" y="2271235"/>
              <a:ext cx="37449" cy="18318"/>
            </a:xfrm>
            <a:custGeom>
              <a:avLst/>
              <a:gdLst/>
              <a:ahLst/>
              <a:cxnLst/>
              <a:rect l="l" t="t" r="r" b="b"/>
              <a:pathLst>
                <a:path w="1889" h="924" extrusionOk="0">
                  <a:moveTo>
                    <a:pt x="1791" y="0"/>
                  </a:moveTo>
                  <a:cubicBezTo>
                    <a:pt x="1779" y="0"/>
                    <a:pt x="1766" y="4"/>
                    <a:pt x="1753" y="12"/>
                  </a:cubicBezTo>
                  <a:cubicBezTo>
                    <a:pt x="1630" y="93"/>
                    <a:pt x="1493" y="139"/>
                    <a:pt x="1353" y="184"/>
                  </a:cubicBezTo>
                  <a:cubicBezTo>
                    <a:pt x="1216" y="233"/>
                    <a:pt x="1082" y="286"/>
                    <a:pt x="949" y="349"/>
                  </a:cubicBezTo>
                  <a:cubicBezTo>
                    <a:pt x="653" y="490"/>
                    <a:pt x="362" y="645"/>
                    <a:pt x="70" y="796"/>
                  </a:cubicBezTo>
                  <a:cubicBezTo>
                    <a:pt x="1" y="829"/>
                    <a:pt x="42" y="924"/>
                    <a:pt x="107" y="924"/>
                  </a:cubicBezTo>
                  <a:cubicBezTo>
                    <a:pt x="117" y="924"/>
                    <a:pt x="129" y="921"/>
                    <a:pt x="140" y="915"/>
                  </a:cubicBezTo>
                  <a:cubicBezTo>
                    <a:pt x="432" y="768"/>
                    <a:pt x="724" y="613"/>
                    <a:pt x="1019" y="469"/>
                  </a:cubicBezTo>
                  <a:cubicBezTo>
                    <a:pt x="1282" y="342"/>
                    <a:pt x="1581" y="290"/>
                    <a:pt x="1824" y="132"/>
                  </a:cubicBezTo>
                  <a:cubicBezTo>
                    <a:pt x="1888" y="90"/>
                    <a:pt x="1850" y="0"/>
                    <a:pt x="17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7"/>
            <p:cNvSpPr/>
            <p:nvPr/>
          </p:nvSpPr>
          <p:spPr>
            <a:xfrm>
              <a:off x="6939012" y="2291317"/>
              <a:ext cx="76049" cy="41196"/>
            </a:xfrm>
            <a:custGeom>
              <a:avLst/>
              <a:gdLst/>
              <a:ahLst/>
              <a:cxnLst/>
              <a:rect l="l" t="t" r="r" b="b"/>
              <a:pathLst>
                <a:path w="3836" h="2078" extrusionOk="0">
                  <a:moveTo>
                    <a:pt x="2767" y="1"/>
                  </a:moveTo>
                  <a:lnTo>
                    <a:pt x="1" y="999"/>
                  </a:lnTo>
                  <a:cubicBezTo>
                    <a:pt x="18" y="1055"/>
                    <a:pt x="999" y="2078"/>
                    <a:pt x="999" y="2078"/>
                  </a:cubicBezTo>
                  <a:lnTo>
                    <a:pt x="3835" y="1048"/>
                  </a:lnTo>
                  <a:lnTo>
                    <a:pt x="27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5" name="Google Shape;865;p17"/>
          <p:cNvGrpSpPr/>
          <p:nvPr/>
        </p:nvGrpSpPr>
        <p:grpSpPr>
          <a:xfrm rot="-3950988">
            <a:off x="191287" y="3889684"/>
            <a:ext cx="404921" cy="520521"/>
            <a:chOff x="5107560" y="4417815"/>
            <a:chExt cx="217751" cy="279917"/>
          </a:xfrm>
        </p:grpSpPr>
        <p:sp>
          <p:nvSpPr>
            <p:cNvPr id="866" name="Google Shape;866;p17"/>
            <p:cNvSpPr/>
            <p:nvPr/>
          </p:nvSpPr>
          <p:spPr>
            <a:xfrm>
              <a:off x="5152385" y="4429752"/>
              <a:ext cx="169376" cy="215898"/>
            </a:xfrm>
            <a:custGeom>
              <a:avLst/>
              <a:gdLst/>
              <a:ahLst/>
              <a:cxnLst/>
              <a:rect l="l" t="t" r="r" b="b"/>
              <a:pathLst>
                <a:path w="5392" h="6873" extrusionOk="0">
                  <a:moveTo>
                    <a:pt x="4823" y="0"/>
                  </a:moveTo>
                  <a:cubicBezTo>
                    <a:pt x="4808" y="28"/>
                    <a:pt x="4777" y="32"/>
                    <a:pt x="4756" y="56"/>
                  </a:cubicBezTo>
                  <a:cubicBezTo>
                    <a:pt x="4763" y="60"/>
                    <a:pt x="4787" y="91"/>
                    <a:pt x="4798" y="99"/>
                  </a:cubicBezTo>
                  <a:lnTo>
                    <a:pt x="4935" y="190"/>
                  </a:lnTo>
                  <a:cubicBezTo>
                    <a:pt x="5237" y="394"/>
                    <a:pt x="5308" y="854"/>
                    <a:pt x="5062" y="1220"/>
                  </a:cubicBezTo>
                  <a:lnTo>
                    <a:pt x="1575" y="6404"/>
                  </a:lnTo>
                  <a:cubicBezTo>
                    <a:pt x="1408" y="6652"/>
                    <a:pt x="1148" y="6792"/>
                    <a:pt x="903" y="6792"/>
                  </a:cubicBezTo>
                  <a:cubicBezTo>
                    <a:pt x="787" y="6792"/>
                    <a:pt x="675" y="6761"/>
                    <a:pt x="577" y="6696"/>
                  </a:cubicBezTo>
                  <a:lnTo>
                    <a:pt x="433" y="6601"/>
                  </a:lnTo>
                  <a:cubicBezTo>
                    <a:pt x="130" y="6393"/>
                    <a:pt x="81" y="5933"/>
                    <a:pt x="327" y="5567"/>
                  </a:cubicBezTo>
                  <a:lnTo>
                    <a:pt x="1786" y="3399"/>
                  </a:lnTo>
                  <a:cubicBezTo>
                    <a:pt x="1813" y="3364"/>
                    <a:pt x="1791" y="3332"/>
                    <a:pt x="1766" y="3332"/>
                  </a:cubicBezTo>
                  <a:cubicBezTo>
                    <a:pt x="1755" y="3332"/>
                    <a:pt x="1745" y="3337"/>
                    <a:pt x="1737" y="3350"/>
                  </a:cubicBezTo>
                  <a:lnTo>
                    <a:pt x="271" y="5529"/>
                  </a:lnTo>
                  <a:cubicBezTo>
                    <a:pt x="0" y="5929"/>
                    <a:pt x="50" y="6443"/>
                    <a:pt x="387" y="6667"/>
                  </a:cubicBezTo>
                  <a:lnTo>
                    <a:pt x="531" y="6766"/>
                  </a:lnTo>
                  <a:cubicBezTo>
                    <a:pt x="638" y="6838"/>
                    <a:pt x="761" y="6872"/>
                    <a:pt x="888" y="6872"/>
                  </a:cubicBezTo>
                  <a:cubicBezTo>
                    <a:pt x="1159" y="6872"/>
                    <a:pt x="1447" y="6717"/>
                    <a:pt x="1631" y="6443"/>
                  </a:cubicBezTo>
                  <a:lnTo>
                    <a:pt x="5121" y="1258"/>
                  </a:lnTo>
                  <a:cubicBezTo>
                    <a:pt x="5392" y="854"/>
                    <a:pt x="5339" y="341"/>
                    <a:pt x="5005" y="116"/>
                  </a:cubicBezTo>
                  <a:lnTo>
                    <a:pt x="4861" y="21"/>
                  </a:lnTo>
                  <a:cubicBezTo>
                    <a:pt x="4847" y="11"/>
                    <a:pt x="4837" y="7"/>
                    <a:pt x="4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7"/>
            <p:cNvSpPr/>
            <p:nvPr/>
          </p:nvSpPr>
          <p:spPr>
            <a:xfrm>
              <a:off x="5150501" y="4428181"/>
              <a:ext cx="173051" cy="219008"/>
            </a:xfrm>
            <a:custGeom>
              <a:avLst/>
              <a:gdLst/>
              <a:ahLst/>
              <a:cxnLst/>
              <a:rect l="l" t="t" r="r" b="b"/>
              <a:pathLst>
                <a:path w="5509" h="6972" extrusionOk="0">
                  <a:moveTo>
                    <a:pt x="4889" y="1"/>
                  </a:moveTo>
                  <a:cubicBezTo>
                    <a:pt x="4883" y="1"/>
                    <a:pt x="4877" y="2"/>
                    <a:pt x="4872" y="4"/>
                  </a:cubicBezTo>
                  <a:cubicBezTo>
                    <a:pt x="4858" y="8"/>
                    <a:pt x="4844" y="15"/>
                    <a:pt x="4837" y="25"/>
                  </a:cubicBezTo>
                  <a:cubicBezTo>
                    <a:pt x="4837" y="29"/>
                    <a:pt x="4830" y="33"/>
                    <a:pt x="4823" y="36"/>
                  </a:cubicBezTo>
                  <a:cubicBezTo>
                    <a:pt x="4812" y="43"/>
                    <a:pt x="4802" y="50"/>
                    <a:pt x="4791" y="61"/>
                  </a:cubicBezTo>
                  <a:cubicBezTo>
                    <a:pt x="4784" y="64"/>
                    <a:pt x="4777" y="68"/>
                    <a:pt x="4770" y="75"/>
                  </a:cubicBezTo>
                  <a:cubicBezTo>
                    <a:pt x="4756" y="99"/>
                    <a:pt x="4763" y="134"/>
                    <a:pt x="4784" y="145"/>
                  </a:cubicBezTo>
                  <a:cubicBezTo>
                    <a:pt x="4788" y="149"/>
                    <a:pt x="4788" y="149"/>
                    <a:pt x="4788" y="149"/>
                  </a:cubicBezTo>
                  <a:cubicBezTo>
                    <a:pt x="4791" y="149"/>
                    <a:pt x="4795" y="156"/>
                    <a:pt x="4798" y="163"/>
                  </a:cubicBezTo>
                  <a:cubicBezTo>
                    <a:pt x="4812" y="177"/>
                    <a:pt x="4819" y="184"/>
                    <a:pt x="4830" y="191"/>
                  </a:cubicBezTo>
                  <a:lnTo>
                    <a:pt x="4967" y="282"/>
                  </a:lnTo>
                  <a:cubicBezTo>
                    <a:pt x="5255" y="475"/>
                    <a:pt x="5308" y="908"/>
                    <a:pt x="5083" y="1242"/>
                  </a:cubicBezTo>
                  <a:lnTo>
                    <a:pt x="1593" y="6426"/>
                  </a:lnTo>
                  <a:cubicBezTo>
                    <a:pt x="1435" y="6661"/>
                    <a:pt x="1191" y="6793"/>
                    <a:pt x="964" y="6793"/>
                  </a:cubicBezTo>
                  <a:cubicBezTo>
                    <a:pt x="857" y="6793"/>
                    <a:pt x="754" y="6764"/>
                    <a:pt x="665" y="6703"/>
                  </a:cubicBezTo>
                  <a:lnTo>
                    <a:pt x="521" y="6609"/>
                  </a:lnTo>
                  <a:cubicBezTo>
                    <a:pt x="240" y="6419"/>
                    <a:pt x="201" y="5986"/>
                    <a:pt x="429" y="5646"/>
                  </a:cubicBezTo>
                  <a:lnTo>
                    <a:pt x="1888" y="3477"/>
                  </a:lnTo>
                  <a:cubicBezTo>
                    <a:pt x="1906" y="3456"/>
                    <a:pt x="1913" y="3428"/>
                    <a:pt x="1909" y="3403"/>
                  </a:cubicBezTo>
                  <a:cubicBezTo>
                    <a:pt x="1902" y="3379"/>
                    <a:pt x="1892" y="3361"/>
                    <a:pt x="1870" y="3347"/>
                  </a:cubicBezTo>
                  <a:cubicBezTo>
                    <a:pt x="1857" y="3337"/>
                    <a:pt x="1841" y="3332"/>
                    <a:pt x="1826" y="3332"/>
                  </a:cubicBezTo>
                  <a:cubicBezTo>
                    <a:pt x="1799" y="3332"/>
                    <a:pt x="1772" y="3347"/>
                    <a:pt x="1754" y="3371"/>
                  </a:cubicBezTo>
                  <a:lnTo>
                    <a:pt x="289" y="5551"/>
                  </a:lnTo>
                  <a:cubicBezTo>
                    <a:pt x="1" y="5976"/>
                    <a:pt x="60" y="6521"/>
                    <a:pt x="419" y="6760"/>
                  </a:cubicBezTo>
                  <a:lnTo>
                    <a:pt x="563" y="6858"/>
                  </a:lnTo>
                  <a:cubicBezTo>
                    <a:pt x="678" y="6935"/>
                    <a:pt x="811" y="6971"/>
                    <a:pt x="947" y="6971"/>
                  </a:cubicBezTo>
                  <a:cubicBezTo>
                    <a:pt x="1234" y="6971"/>
                    <a:pt x="1538" y="6809"/>
                    <a:pt x="1733" y="6521"/>
                  </a:cubicBezTo>
                  <a:lnTo>
                    <a:pt x="5223" y="1336"/>
                  </a:lnTo>
                  <a:cubicBezTo>
                    <a:pt x="5508" y="908"/>
                    <a:pt x="5452" y="366"/>
                    <a:pt x="5093" y="124"/>
                  </a:cubicBezTo>
                  <a:lnTo>
                    <a:pt x="4949" y="29"/>
                  </a:lnTo>
                  <a:cubicBezTo>
                    <a:pt x="4939" y="22"/>
                    <a:pt x="4928" y="15"/>
                    <a:pt x="4914" y="8"/>
                  </a:cubicBezTo>
                  <a:cubicBezTo>
                    <a:pt x="4908" y="4"/>
                    <a:pt x="4898" y="1"/>
                    <a:pt x="48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7"/>
            <p:cNvSpPr/>
            <p:nvPr/>
          </p:nvSpPr>
          <p:spPr>
            <a:xfrm>
              <a:off x="5150501" y="4425763"/>
              <a:ext cx="173051" cy="221490"/>
            </a:xfrm>
            <a:custGeom>
              <a:avLst/>
              <a:gdLst/>
              <a:ahLst/>
              <a:cxnLst/>
              <a:rect l="l" t="t" r="r" b="b"/>
              <a:pathLst>
                <a:path w="5509" h="7051" extrusionOk="0">
                  <a:moveTo>
                    <a:pt x="4735" y="1"/>
                  </a:moveTo>
                  <a:cubicBezTo>
                    <a:pt x="4707" y="64"/>
                    <a:pt x="4686" y="74"/>
                    <a:pt x="4629" y="113"/>
                  </a:cubicBezTo>
                  <a:lnTo>
                    <a:pt x="4935" y="327"/>
                  </a:lnTo>
                  <a:cubicBezTo>
                    <a:pt x="5223" y="521"/>
                    <a:pt x="5308" y="985"/>
                    <a:pt x="5083" y="1319"/>
                  </a:cubicBezTo>
                  <a:lnTo>
                    <a:pt x="1593" y="6503"/>
                  </a:lnTo>
                  <a:cubicBezTo>
                    <a:pt x="1435" y="6738"/>
                    <a:pt x="1191" y="6870"/>
                    <a:pt x="964" y="6870"/>
                  </a:cubicBezTo>
                  <a:cubicBezTo>
                    <a:pt x="857" y="6870"/>
                    <a:pt x="754" y="6841"/>
                    <a:pt x="665" y="6780"/>
                  </a:cubicBezTo>
                  <a:lnTo>
                    <a:pt x="521" y="6686"/>
                  </a:lnTo>
                  <a:cubicBezTo>
                    <a:pt x="240" y="6496"/>
                    <a:pt x="201" y="6063"/>
                    <a:pt x="429" y="5723"/>
                  </a:cubicBezTo>
                  <a:lnTo>
                    <a:pt x="1888" y="3554"/>
                  </a:lnTo>
                  <a:cubicBezTo>
                    <a:pt x="1906" y="3533"/>
                    <a:pt x="1913" y="3505"/>
                    <a:pt x="1909" y="3480"/>
                  </a:cubicBezTo>
                  <a:cubicBezTo>
                    <a:pt x="1906" y="3456"/>
                    <a:pt x="1892" y="3438"/>
                    <a:pt x="1870" y="3424"/>
                  </a:cubicBezTo>
                  <a:cubicBezTo>
                    <a:pt x="1857" y="3414"/>
                    <a:pt x="1841" y="3409"/>
                    <a:pt x="1826" y="3409"/>
                  </a:cubicBezTo>
                  <a:cubicBezTo>
                    <a:pt x="1799" y="3409"/>
                    <a:pt x="1772" y="3424"/>
                    <a:pt x="1754" y="3448"/>
                  </a:cubicBezTo>
                  <a:lnTo>
                    <a:pt x="289" y="5628"/>
                  </a:lnTo>
                  <a:cubicBezTo>
                    <a:pt x="1" y="6053"/>
                    <a:pt x="60" y="6598"/>
                    <a:pt x="419" y="6837"/>
                  </a:cubicBezTo>
                  <a:lnTo>
                    <a:pt x="563" y="6935"/>
                  </a:lnTo>
                  <a:cubicBezTo>
                    <a:pt x="679" y="7014"/>
                    <a:pt x="812" y="7051"/>
                    <a:pt x="949" y="7051"/>
                  </a:cubicBezTo>
                  <a:cubicBezTo>
                    <a:pt x="1236" y="7051"/>
                    <a:pt x="1538" y="6888"/>
                    <a:pt x="1733" y="6598"/>
                  </a:cubicBezTo>
                  <a:lnTo>
                    <a:pt x="5223" y="1413"/>
                  </a:lnTo>
                  <a:cubicBezTo>
                    <a:pt x="5508" y="985"/>
                    <a:pt x="5448" y="472"/>
                    <a:pt x="5090" y="229"/>
                  </a:cubicBezTo>
                  <a:lnTo>
                    <a:pt x="47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7"/>
            <p:cNvSpPr/>
            <p:nvPr/>
          </p:nvSpPr>
          <p:spPr>
            <a:xfrm>
              <a:off x="5148741" y="4424161"/>
              <a:ext cx="176570" cy="224662"/>
            </a:xfrm>
            <a:custGeom>
              <a:avLst/>
              <a:gdLst/>
              <a:ahLst/>
              <a:cxnLst/>
              <a:rect l="l" t="t" r="r" b="b"/>
              <a:pathLst>
                <a:path w="5621" h="7152" extrusionOk="0">
                  <a:moveTo>
                    <a:pt x="4809" y="122"/>
                  </a:moveTo>
                  <a:lnTo>
                    <a:pt x="5118" y="326"/>
                  </a:lnTo>
                  <a:cubicBezTo>
                    <a:pt x="5452" y="551"/>
                    <a:pt x="5504" y="1039"/>
                    <a:pt x="5237" y="1436"/>
                  </a:cubicBezTo>
                  <a:lnTo>
                    <a:pt x="1747" y="6621"/>
                  </a:lnTo>
                  <a:cubicBezTo>
                    <a:pt x="1563" y="6895"/>
                    <a:pt x="1275" y="7050"/>
                    <a:pt x="1004" y="7050"/>
                  </a:cubicBezTo>
                  <a:cubicBezTo>
                    <a:pt x="877" y="7050"/>
                    <a:pt x="754" y="7016"/>
                    <a:pt x="647" y="6944"/>
                  </a:cubicBezTo>
                  <a:lnTo>
                    <a:pt x="503" y="6845"/>
                  </a:lnTo>
                  <a:cubicBezTo>
                    <a:pt x="166" y="6621"/>
                    <a:pt x="116" y="6111"/>
                    <a:pt x="387" y="5707"/>
                  </a:cubicBezTo>
                  <a:lnTo>
                    <a:pt x="1853" y="3528"/>
                  </a:lnTo>
                  <a:cubicBezTo>
                    <a:pt x="1860" y="3517"/>
                    <a:pt x="1871" y="3513"/>
                    <a:pt x="1882" y="3513"/>
                  </a:cubicBezTo>
                  <a:cubicBezTo>
                    <a:pt x="1896" y="3513"/>
                    <a:pt x="1910" y="3522"/>
                    <a:pt x="1912" y="3538"/>
                  </a:cubicBezTo>
                  <a:cubicBezTo>
                    <a:pt x="1916" y="3552"/>
                    <a:pt x="1912" y="3566"/>
                    <a:pt x="1902" y="3577"/>
                  </a:cubicBezTo>
                  <a:lnTo>
                    <a:pt x="443" y="5745"/>
                  </a:lnTo>
                  <a:cubicBezTo>
                    <a:pt x="197" y="6111"/>
                    <a:pt x="246" y="6571"/>
                    <a:pt x="549" y="6779"/>
                  </a:cubicBezTo>
                  <a:lnTo>
                    <a:pt x="693" y="6874"/>
                  </a:lnTo>
                  <a:cubicBezTo>
                    <a:pt x="790" y="6939"/>
                    <a:pt x="902" y="6970"/>
                    <a:pt x="1017" y="6970"/>
                  </a:cubicBezTo>
                  <a:cubicBezTo>
                    <a:pt x="1262" y="6970"/>
                    <a:pt x="1524" y="6830"/>
                    <a:pt x="1691" y="6582"/>
                  </a:cubicBezTo>
                  <a:lnTo>
                    <a:pt x="5178" y="1398"/>
                  </a:lnTo>
                  <a:cubicBezTo>
                    <a:pt x="5413" y="1046"/>
                    <a:pt x="5339" y="551"/>
                    <a:pt x="5019" y="336"/>
                  </a:cubicBezTo>
                  <a:lnTo>
                    <a:pt x="4770" y="164"/>
                  </a:lnTo>
                  <a:cubicBezTo>
                    <a:pt x="4784" y="150"/>
                    <a:pt x="4798" y="139"/>
                    <a:pt x="4809" y="122"/>
                  </a:cubicBezTo>
                  <a:close/>
                  <a:moveTo>
                    <a:pt x="4792" y="0"/>
                  </a:moveTo>
                  <a:cubicBezTo>
                    <a:pt x="4786" y="0"/>
                    <a:pt x="4779" y="1"/>
                    <a:pt x="4773" y="2"/>
                  </a:cubicBezTo>
                  <a:cubicBezTo>
                    <a:pt x="4759" y="6"/>
                    <a:pt x="4749" y="16"/>
                    <a:pt x="4742" y="30"/>
                  </a:cubicBezTo>
                  <a:cubicBezTo>
                    <a:pt x="4724" y="76"/>
                    <a:pt x="4710" y="83"/>
                    <a:pt x="4664" y="115"/>
                  </a:cubicBezTo>
                  <a:cubicBezTo>
                    <a:pt x="4650" y="125"/>
                    <a:pt x="4636" y="143"/>
                    <a:pt x="4636" y="161"/>
                  </a:cubicBezTo>
                  <a:cubicBezTo>
                    <a:pt x="4636" y="178"/>
                    <a:pt x="4640" y="196"/>
                    <a:pt x="4654" y="206"/>
                  </a:cubicBezTo>
                  <a:lnTo>
                    <a:pt x="4963" y="417"/>
                  </a:lnTo>
                  <a:cubicBezTo>
                    <a:pt x="5234" y="600"/>
                    <a:pt x="5297" y="1039"/>
                    <a:pt x="5097" y="1341"/>
                  </a:cubicBezTo>
                  <a:lnTo>
                    <a:pt x="1607" y="6526"/>
                  </a:lnTo>
                  <a:cubicBezTo>
                    <a:pt x="1459" y="6745"/>
                    <a:pt x="1231" y="6870"/>
                    <a:pt x="1019" y="6870"/>
                  </a:cubicBezTo>
                  <a:cubicBezTo>
                    <a:pt x="923" y="6870"/>
                    <a:pt x="829" y="6844"/>
                    <a:pt x="749" y="6789"/>
                  </a:cubicBezTo>
                  <a:lnTo>
                    <a:pt x="605" y="6694"/>
                  </a:lnTo>
                  <a:cubicBezTo>
                    <a:pt x="348" y="6522"/>
                    <a:pt x="313" y="6121"/>
                    <a:pt x="528" y="5802"/>
                  </a:cubicBezTo>
                  <a:lnTo>
                    <a:pt x="1986" y="3633"/>
                  </a:lnTo>
                  <a:cubicBezTo>
                    <a:pt x="2011" y="3601"/>
                    <a:pt x="2021" y="3563"/>
                    <a:pt x="2014" y="3521"/>
                  </a:cubicBezTo>
                  <a:cubicBezTo>
                    <a:pt x="2007" y="3485"/>
                    <a:pt x="1986" y="3454"/>
                    <a:pt x="1955" y="3433"/>
                  </a:cubicBezTo>
                  <a:cubicBezTo>
                    <a:pt x="1933" y="3417"/>
                    <a:pt x="1907" y="3410"/>
                    <a:pt x="1882" y="3410"/>
                  </a:cubicBezTo>
                  <a:cubicBezTo>
                    <a:pt x="1838" y="3410"/>
                    <a:pt x="1795" y="3431"/>
                    <a:pt x="1768" y="3471"/>
                  </a:cubicBezTo>
                  <a:lnTo>
                    <a:pt x="303" y="5650"/>
                  </a:lnTo>
                  <a:cubicBezTo>
                    <a:pt x="0" y="6100"/>
                    <a:pt x="64" y="6673"/>
                    <a:pt x="447" y="6930"/>
                  </a:cubicBezTo>
                  <a:lnTo>
                    <a:pt x="591" y="7028"/>
                  </a:lnTo>
                  <a:cubicBezTo>
                    <a:pt x="715" y="7112"/>
                    <a:pt x="858" y="7151"/>
                    <a:pt x="1004" y="7151"/>
                  </a:cubicBezTo>
                  <a:cubicBezTo>
                    <a:pt x="1308" y="7151"/>
                    <a:pt x="1628" y="6980"/>
                    <a:pt x="1832" y="6677"/>
                  </a:cubicBezTo>
                  <a:lnTo>
                    <a:pt x="5322" y="1493"/>
                  </a:lnTo>
                  <a:cubicBezTo>
                    <a:pt x="5620" y="1046"/>
                    <a:pt x="5557" y="498"/>
                    <a:pt x="5174" y="241"/>
                  </a:cubicBezTo>
                  <a:lnTo>
                    <a:pt x="4816" y="6"/>
                  </a:lnTo>
                  <a:cubicBezTo>
                    <a:pt x="4809" y="2"/>
                    <a:pt x="4801" y="0"/>
                    <a:pt x="47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7"/>
            <p:cNvSpPr/>
            <p:nvPr/>
          </p:nvSpPr>
          <p:spPr>
            <a:xfrm>
              <a:off x="5109319" y="4419417"/>
              <a:ext cx="200537" cy="276744"/>
            </a:xfrm>
            <a:custGeom>
              <a:avLst/>
              <a:gdLst/>
              <a:ahLst/>
              <a:cxnLst/>
              <a:rect l="l" t="t" r="r" b="b"/>
              <a:pathLst>
                <a:path w="6384" h="8810" extrusionOk="0">
                  <a:moveTo>
                    <a:pt x="5370" y="1"/>
                  </a:moveTo>
                  <a:cubicBezTo>
                    <a:pt x="5096" y="1"/>
                    <a:pt x="4865" y="119"/>
                    <a:pt x="4707" y="354"/>
                  </a:cubicBezTo>
                  <a:lnTo>
                    <a:pt x="335" y="6852"/>
                  </a:lnTo>
                  <a:cubicBezTo>
                    <a:pt x="1" y="7348"/>
                    <a:pt x="180" y="8054"/>
                    <a:pt x="732" y="8427"/>
                  </a:cubicBezTo>
                  <a:lnTo>
                    <a:pt x="964" y="8585"/>
                  </a:lnTo>
                  <a:cubicBezTo>
                    <a:pt x="1190" y="8737"/>
                    <a:pt x="1443" y="8810"/>
                    <a:pt x="1686" y="8810"/>
                  </a:cubicBezTo>
                  <a:cubicBezTo>
                    <a:pt x="2041" y="8810"/>
                    <a:pt x="2375" y="8654"/>
                    <a:pt x="2573" y="8360"/>
                  </a:cubicBezTo>
                  <a:lnTo>
                    <a:pt x="5167" y="4505"/>
                  </a:lnTo>
                  <a:cubicBezTo>
                    <a:pt x="5195" y="4462"/>
                    <a:pt x="5174" y="4417"/>
                    <a:pt x="5139" y="4392"/>
                  </a:cubicBezTo>
                  <a:cubicBezTo>
                    <a:pt x="5126" y="4383"/>
                    <a:pt x="5110" y="4379"/>
                    <a:pt x="5095" y="4379"/>
                  </a:cubicBezTo>
                  <a:cubicBezTo>
                    <a:pt x="5075" y="4379"/>
                    <a:pt x="5055" y="4387"/>
                    <a:pt x="5041" y="4403"/>
                  </a:cubicBezTo>
                  <a:lnTo>
                    <a:pt x="2436" y="8269"/>
                  </a:lnTo>
                  <a:cubicBezTo>
                    <a:pt x="2268" y="8522"/>
                    <a:pt x="1981" y="8655"/>
                    <a:pt x="1676" y="8655"/>
                  </a:cubicBezTo>
                  <a:cubicBezTo>
                    <a:pt x="1464" y="8655"/>
                    <a:pt x="1244" y="8591"/>
                    <a:pt x="1048" y="8459"/>
                  </a:cubicBezTo>
                  <a:lnTo>
                    <a:pt x="816" y="8300"/>
                  </a:lnTo>
                  <a:cubicBezTo>
                    <a:pt x="338" y="7981"/>
                    <a:pt x="180" y="7369"/>
                    <a:pt x="468" y="6944"/>
                  </a:cubicBezTo>
                  <a:lnTo>
                    <a:pt x="4840" y="445"/>
                  </a:lnTo>
                  <a:cubicBezTo>
                    <a:pt x="4971" y="252"/>
                    <a:pt x="5158" y="155"/>
                    <a:pt x="5383" y="155"/>
                  </a:cubicBezTo>
                  <a:cubicBezTo>
                    <a:pt x="5599" y="155"/>
                    <a:pt x="5849" y="245"/>
                    <a:pt x="6116" y="424"/>
                  </a:cubicBezTo>
                  <a:lnTo>
                    <a:pt x="6292" y="540"/>
                  </a:lnTo>
                  <a:cubicBezTo>
                    <a:pt x="6297" y="542"/>
                    <a:pt x="6302" y="545"/>
                    <a:pt x="6307" y="545"/>
                  </a:cubicBezTo>
                  <a:cubicBezTo>
                    <a:pt x="6309" y="545"/>
                    <a:pt x="6311" y="545"/>
                    <a:pt x="6313" y="543"/>
                  </a:cubicBezTo>
                  <a:cubicBezTo>
                    <a:pt x="6320" y="540"/>
                    <a:pt x="6327" y="536"/>
                    <a:pt x="6331" y="529"/>
                  </a:cubicBezTo>
                  <a:cubicBezTo>
                    <a:pt x="6338" y="501"/>
                    <a:pt x="6355" y="473"/>
                    <a:pt x="6376" y="452"/>
                  </a:cubicBezTo>
                  <a:cubicBezTo>
                    <a:pt x="6380" y="445"/>
                    <a:pt x="6383" y="438"/>
                    <a:pt x="6383" y="431"/>
                  </a:cubicBezTo>
                  <a:cubicBezTo>
                    <a:pt x="6383" y="424"/>
                    <a:pt x="6376" y="417"/>
                    <a:pt x="6373" y="413"/>
                  </a:cubicBezTo>
                  <a:lnTo>
                    <a:pt x="6201" y="297"/>
                  </a:lnTo>
                  <a:cubicBezTo>
                    <a:pt x="5905" y="99"/>
                    <a:pt x="5620" y="1"/>
                    <a:pt x="53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7"/>
            <p:cNvSpPr/>
            <p:nvPr/>
          </p:nvSpPr>
          <p:spPr>
            <a:xfrm>
              <a:off x="5107560" y="4417815"/>
              <a:ext cx="203961" cy="279917"/>
            </a:xfrm>
            <a:custGeom>
              <a:avLst/>
              <a:gdLst/>
              <a:ahLst/>
              <a:cxnLst/>
              <a:rect l="l" t="t" r="r" b="b"/>
              <a:pathLst>
                <a:path w="6493" h="8911" extrusionOk="0">
                  <a:moveTo>
                    <a:pt x="5427" y="102"/>
                  </a:moveTo>
                  <a:cubicBezTo>
                    <a:pt x="5667" y="102"/>
                    <a:pt x="5942" y="198"/>
                    <a:pt x="6228" y="391"/>
                  </a:cubicBezTo>
                  <a:lnTo>
                    <a:pt x="6376" y="489"/>
                  </a:lnTo>
                  <a:cubicBezTo>
                    <a:pt x="6366" y="503"/>
                    <a:pt x="6359" y="517"/>
                    <a:pt x="6351" y="531"/>
                  </a:cubicBezTo>
                  <a:lnTo>
                    <a:pt x="6200" y="433"/>
                  </a:lnTo>
                  <a:cubicBezTo>
                    <a:pt x="5925" y="247"/>
                    <a:pt x="5664" y="155"/>
                    <a:pt x="5438" y="155"/>
                  </a:cubicBezTo>
                  <a:cubicBezTo>
                    <a:pt x="5198" y="155"/>
                    <a:pt x="4996" y="260"/>
                    <a:pt x="4854" y="468"/>
                  </a:cubicBezTo>
                  <a:lnTo>
                    <a:pt x="482" y="6967"/>
                  </a:lnTo>
                  <a:cubicBezTo>
                    <a:pt x="180" y="7417"/>
                    <a:pt x="341" y="8056"/>
                    <a:pt x="844" y="8394"/>
                  </a:cubicBezTo>
                  <a:lnTo>
                    <a:pt x="1076" y="8552"/>
                  </a:lnTo>
                  <a:cubicBezTo>
                    <a:pt x="1280" y="8689"/>
                    <a:pt x="1510" y="8755"/>
                    <a:pt x="1731" y="8755"/>
                  </a:cubicBezTo>
                  <a:cubicBezTo>
                    <a:pt x="2052" y="8755"/>
                    <a:pt x="2355" y="8615"/>
                    <a:pt x="2535" y="8348"/>
                  </a:cubicBezTo>
                  <a:lnTo>
                    <a:pt x="5135" y="4482"/>
                  </a:lnTo>
                  <a:cubicBezTo>
                    <a:pt x="5139" y="4480"/>
                    <a:pt x="5144" y="4478"/>
                    <a:pt x="5150" y="4478"/>
                  </a:cubicBezTo>
                  <a:cubicBezTo>
                    <a:pt x="5156" y="4478"/>
                    <a:pt x="5162" y="4480"/>
                    <a:pt x="5167" y="4485"/>
                  </a:cubicBezTo>
                  <a:cubicBezTo>
                    <a:pt x="5174" y="4489"/>
                    <a:pt x="5192" y="4506"/>
                    <a:pt x="5178" y="4527"/>
                  </a:cubicBezTo>
                  <a:lnTo>
                    <a:pt x="2587" y="8383"/>
                  </a:lnTo>
                  <a:cubicBezTo>
                    <a:pt x="2398" y="8662"/>
                    <a:pt x="2079" y="8809"/>
                    <a:pt x="1741" y="8809"/>
                  </a:cubicBezTo>
                  <a:cubicBezTo>
                    <a:pt x="1507" y="8809"/>
                    <a:pt x="1264" y="8739"/>
                    <a:pt x="1048" y="8594"/>
                  </a:cubicBezTo>
                  <a:lnTo>
                    <a:pt x="816" y="8436"/>
                  </a:lnTo>
                  <a:cubicBezTo>
                    <a:pt x="285" y="8081"/>
                    <a:pt x="113" y="7406"/>
                    <a:pt x="433" y="6931"/>
                  </a:cubicBezTo>
                  <a:lnTo>
                    <a:pt x="4801" y="433"/>
                  </a:lnTo>
                  <a:cubicBezTo>
                    <a:pt x="4951" y="212"/>
                    <a:pt x="5169" y="102"/>
                    <a:pt x="5427" y="102"/>
                  </a:cubicBezTo>
                  <a:close/>
                  <a:moveTo>
                    <a:pt x="5427" y="1"/>
                  </a:moveTo>
                  <a:cubicBezTo>
                    <a:pt x="5137" y="1"/>
                    <a:pt x="4890" y="128"/>
                    <a:pt x="4721" y="380"/>
                  </a:cubicBezTo>
                  <a:lnTo>
                    <a:pt x="348" y="6875"/>
                  </a:lnTo>
                  <a:cubicBezTo>
                    <a:pt x="0" y="7395"/>
                    <a:pt x="183" y="8130"/>
                    <a:pt x="760" y="8520"/>
                  </a:cubicBezTo>
                  <a:lnTo>
                    <a:pt x="992" y="8678"/>
                  </a:lnTo>
                  <a:cubicBezTo>
                    <a:pt x="1225" y="8835"/>
                    <a:pt x="1487" y="8910"/>
                    <a:pt x="1739" y="8910"/>
                  </a:cubicBezTo>
                  <a:cubicBezTo>
                    <a:pt x="2111" y="8910"/>
                    <a:pt x="2462" y="8747"/>
                    <a:pt x="2672" y="8439"/>
                  </a:cubicBezTo>
                  <a:lnTo>
                    <a:pt x="5265" y="4584"/>
                  </a:lnTo>
                  <a:cubicBezTo>
                    <a:pt x="5308" y="4517"/>
                    <a:pt x="5279" y="4440"/>
                    <a:pt x="5223" y="4401"/>
                  </a:cubicBezTo>
                  <a:cubicBezTo>
                    <a:pt x="5201" y="4386"/>
                    <a:pt x="5177" y="4379"/>
                    <a:pt x="5153" y="4379"/>
                  </a:cubicBezTo>
                  <a:cubicBezTo>
                    <a:pt x="5119" y="4379"/>
                    <a:pt x="5085" y="4393"/>
                    <a:pt x="5058" y="4422"/>
                  </a:cubicBezTo>
                  <a:lnTo>
                    <a:pt x="2454" y="8292"/>
                  </a:lnTo>
                  <a:cubicBezTo>
                    <a:pt x="2292" y="8530"/>
                    <a:pt x="2021" y="8656"/>
                    <a:pt x="1732" y="8656"/>
                  </a:cubicBezTo>
                  <a:cubicBezTo>
                    <a:pt x="1530" y="8656"/>
                    <a:pt x="1320" y="8594"/>
                    <a:pt x="1132" y="8467"/>
                  </a:cubicBezTo>
                  <a:lnTo>
                    <a:pt x="900" y="8313"/>
                  </a:lnTo>
                  <a:cubicBezTo>
                    <a:pt x="443" y="8003"/>
                    <a:pt x="296" y="7427"/>
                    <a:pt x="566" y="7023"/>
                  </a:cubicBezTo>
                  <a:lnTo>
                    <a:pt x="4939" y="524"/>
                  </a:lnTo>
                  <a:cubicBezTo>
                    <a:pt x="5059" y="347"/>
                    <a:pt x="5233" y="258"/>
                    <a:pt x="5442" y="258"/>
                  </a:cubicBezTo>
                  <a:cubicBezTo>
                    <a:pt x="5648" y="258"/>
                    <a:pt x="5888" y="345"/>
                    <a:pt x="6144" y="517"/>
                  </a:cubicBezTo>
                  <a:lnTo>
                    <a:pt x="6320" y="633"/>
                  </a:lnTo>
                  <a:cubicBezTo>
                    <a:pt x="6334" y="643"/>
                    <a:pt x="6350" y="647"/>
                    <a:pt x="6365" y="647"/>
                  </a:cubicBezTo>
                  <a:cubicBezTo>
                    <a:pt x="6372" y="647"/>
                    <a:pt x="6380" y="646"/>
                    <a:pt x="6387" y="644"/>
                  </a:cubicBezTo>
                  <a:cubicBezTo>
                    <a:pt x="6408" y="637"/>
                    <a:pt x="6425" y="619"/>
                    <a:pt x="6432" y="594"/>
                  </a:cubicBezTo>
                  <a:cubicBezTo>
                    <a:pt x="6443" y="573"/>
                    <a:pt x="6453" y="556"/>
                    <a:pt x="6471" y="535"/>
                  </a:cubicBezTo>
                  <a:cubicBezTo>
                    <a:pt x="6485" y="517"/>
                    <a:pt x="6492" y="496"/>
                    <a:pt x="6489" y="475"/>
                  </a:cubicBezTo>
                  <a:cubicBezTo>
                    <a:pt x="6485" y="454"/>
                    <a:pt x="6474" y="433"/>
                    <a:pt x="6457" y="422"/>
                  </a:cubicBezTo>
                  <a:lnTo>
                    <a:pt x="6285" y="306"/>
                  </a:lnTo>
                  <a:cubicBezTo>
                    <a:pt x="5981" y="102"/>
                    <a:pt x="5687" y="1"/>
                    <a:pt x="5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2" name="Google Shape;872;p17"/>
          <p:cNvGrpSpPr/>
          <p:nvPr/>
        </p:nvGrpSpPr>
        <p:grpSpPr>
          <a:xfrm rot="-2917404">
            <a:off x="8035235" y="250270"/>
            <a:ext cx="339698" cy="418952"/>
            <a:chOff x="2700514" y="4184106"/>
            <a:chExt cx="254064" cy="313340"/>
          </a:xfrm>
        </p:grpSpPr>
        <p:sp>
          <p:nvSpPr>
            <p:cNvPr id="873" name="Google Shape;873;p17"/>
            <p:cNvSpPr/>
            <p:nvPr/>
          </p:nvSpPr>
          <p:spPr>
            <a:xfrm>
              <a:off x="2700514" y="4322101"/>
              <a:ext cx="131744" cy="175345"/>
            </a:xfrm>
            <a:custGeom>
              <a:avLst/>
              <a:gdLst/>
              <a:ahLst/>
              <a:cxnLst/>
              <a:rect l="l" t="t" r="r" b="b"/>
              <a:pathLst>
                <a:path w="4194" h="5582" extrusionOk="0">
                  <a:moveTo>
                    <a:pt x="3195" y="0"/>
                  </a:moveTo>
                  <a:lnTo>
                    <a:pt x="0" y="5582"/>
                  </a:lnTo>
                  <a:lnTo>
                    <a:pt x="4193" y="710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7"/>
            <p:cNvSpPr/>
            <p:nvPr/>
          </p:nvSpPr>
          <p:spPr>
            <a:xfrm>
              <a:off x="2817871" y="4184106"/>
              <a:ext cx="136707" cy="103316"/>
            </a:xfrm>
            <a:custGeom>
              <a:avLst/>
              <a:gdLst/>
              <a:ahLst/>
              <a:cxnLst/>
              <a:rect l="l" t="t" r="r" b="b"/>
              <a:pathLst>
                <a:path w="4352" h="3289" extrusionOk="0">
                  <a:moveTo>
                    <a:pt x="541" y="0"/>
                  </a:moveTo>
                  <a:cubicBezTo>
                    <a:pt x="392" y="0"/>
                    <a:pt x="246" y="70"/>
                    <a:pt x="151" y="200"/>
                  </a:cubicBezTo>
                  <a:cubicBezTo>
                    <a:pt x="0" y="415"/>
                    <a:pt x="50" y="713"/>
                    <a:pt x="264" y="865"/>
                  </a:cubicBezTo>
                  <a:lnTo>
                    <a:pt x="3533" y="3198"/>
                  </a:lnTo>
                  <a:cubicBezTo>
                    <a:pt x="3617" y="3259"/>
                    <a:pt x="3715" y="3288"/>
                    <a:pt x="3811" y="3288"/>
                  </a:cubicBezTo>
                  <a:cubicBezTo>
                    <a:pt x="3960" y="3288"/>
                    <a:pt x="4105" y="3219"/>
                    <a:pt x="4197" y="3089"/>
                  </a:cubicBezTo>
                  <a:cubicBezTo>
                    <a:pt x="4352" y="2875"/>
                    <a:pt x="4302" y="2576"/>
                    <a:pt x="4088" y="2422"/>
                  </a:cubicBezTo>
                  <a:lnTo>
                    <a:pt x="816" y="88"/>
                  </a:lnTo>
                  <a:cubicBezTo>
                    <a:pt x="732" y="29"/>
                    <a:pt x="636" y="0"/>
                    <a:pt x="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7"/>
            <p:cNvSpPr/>
            <p:nvPr/>
          </p:nvSpPr>
          <p:spPr>
            <a:xfrm>
              <a:off x="2724576" y="4314719"/>
              <a:ext cx="136833" cy="103221"/>
            </a:xfrm>
            <a:custGeom>
              <a:avLst/>
              <a:gdLst/>
              <a:ahLst/>
              <a:cxnLst/>
              <a:rect l="l" t="t" r="r" b="b"/>
              <a:pathLst>
                <a:path w="4356" h="3286" extrusionOk="0">
                  <a:moveTo>
                    <a:pt x="543" y="0"/>
                  </a:moveTo>
                  <a:cubicBezTo>
                    <a:pt x="394" y="0"/>
                    <a:pt x="247" y="69"/>
                    <a:pt x="155" y="200"/>
                  </a:cubicBezTo>
                  <a:cubicBezTo>
                    <a:pt x="0" y="415"/>
                    <a:pt x="50" y="710"/>
                    <a:pt x="264" y="864"/>
                  </a:cubicBezTo>
                  <a:lnTo>
                    <a:pt x="3536" y="3198"/>
                  </a:lnTo>
                  <a:cubicBezTo>
                    <a:pt x="3620" y="3257"/>
                    <a:pt x="3717" y="3286"/>
                    <a:pt x="3812" y="3286"/>
                  </a:cubicBezTo>
                  <a:cubicBezTo>
                    <a:pt x="3961" y="3286"/>
                    <a:pt x="4108" y="3216"/>
                    <a:pt x="4200" y="3086"/>
                  </a:cubicBezTo>
                  <a:cubicBezTo>
                    <a:pt x="4355" y="2871"/>
                    <a:pt x="4306" y="2576"/>
                    <a:pt x="4088" y="2421"/>
                  </a:cubicBezTo>
                  <a:lnTo>
                    <a:pt x="819" y="88"/>
                  </a:lnTo>
                  <a:cubicBezTo>
                    <a:pt x="736" y="29"/>
                    <a:pt x="639" y="0"/>
                    <a:pt x="5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>
              <a:off x="2751402" y="4205718"/>
              <a:ext cx="176790" cy="190266"/>
            </a:xfrm>
            <a:custGeom>
              <a:avLst/>
              <a:gdLst/>
              <a:ahLst/>
              <a:cxnLst/>
              <a:rect l="l" t="t" r="r" b="b"/>
              <a:pathLst>
                <a:path w="5628" h="6057" extrusionOk="0">
                  <a:moveTo>
                    <a:pt x="2967" y="1"/>
                  </a:moveTo>
                  <a:lnTo>
                    <a:pt x="0" y="4155"/>
                  </a:lnTo>
                  <a:lnTo>
                    <a:pt x="2661" y="6057"/>
                  </a:lnTo>
                  <a:lnTo>
                    <a:pt x="5628" y="1899"/>
                  </a:lnTo>
                  <a:lnTo>
                    <a:pt x="29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7" name="Google Shape;877;p17"/>
          <p:cNvGrpSpPr/>
          <p:nvPr/>
        </p:nvGrpSpPr>
        <p:grpSpPr>
          <a:xfrm>
            <a:off x="8430736" y="299706"/>
            <a:ext cx="137078" cy="137078"/>
            <a:chOff x="2495900" y="1640275"/>
            <a:chExt cx="94050" cy="94050"/>
          </a:xfrm>
        </p:grpSpPr>
        <p:sp>
          <p:nvSpPr>
            <p:cNvPr id="878" name="Google Shape;878;p17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7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0" name="Google Shape;880;p17"/>
          <p:cNvGrpSpPr/>
          <p:nvPr/>
        </p:nvGrpSpPr>
        <p:grpSpPr>
          <a:xfrm>
            <a:off x="8746984" y="1112197"/>
            <a:ext cx="225985" cy="540514"/>
            <a:chOff x="5273600" y="602550"/>
            <a:chExt cx="155050" cy="370850"/>
          </a:xfrm>
        </p:grpSpPr>
        <p:sp>
          <p:nvSpPr>
            <p:cNvPr id="881" name="Google Shape;881;p17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7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7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7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7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7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7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7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7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7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7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7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7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7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7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7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7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7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9" name="Google Shape;899;p17"/>
          <p:cNvGrpSpPr/>
          <p:nvPr/>
        </p:nvGrpSpPr>
        <p:grpSpPr>
          <a:xfrm>
            <a:off x="1324336" y="4785481"/>
            <a:ext cx="137078" cy="137078"/>
            <a:chOff x="2495900" y="1640275"/>
            <a:chExt cx="94050" cy="94050"/>
          </a:xfrm>
        </p:grpSpPr>
        <p:sp>
          <p:nvSpPr>
            <p:cNvPr id="900" name="Google Shape;900;p17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7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2" name="Google Shape;902;p1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2"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9"/>
          <p:cNvSpPr txBox="1">
            <a:spLocks noGrp="1"/>
          </p:cNvSpPr>
          <p:nvPr>
            <p:ph type="subTitle" idx="1"/>
          </p:nvPr>
        </p:nvSpPr>
        <p:spPr>
          <a:xfrm>
            <a:off x="862326" y="1740726"/>
            <a:ext cx="3583200" cy="24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3" name="Google Shape;963;p19"/>
          <p:cNvSpPr txBox="1">
            <a:spLocks noGrp="1"/>
          </p:cNvSpPr>
          <p:nvPr>
            <p:ph type="subTitle" idx="2"/>
          </p:nvPr>
        </p:nvSpPr>
        <p:spPr>
          <a:xfrm>
            <a:off x="4698474" y="1740525"/>
            <a:ext cx="3583200" cy="24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4" name="Google Shape;964;p1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endParaRPr/>
          </a:p>
        </p:txBody>
      </p:sp>
      <p:grpSp>
        <p:nvGrpSpPr>
          <p:cNvPr id="965" name="Google Shape;965;p19"/>
          <p:cNvGrpSpPr/>
          <p:nvPr/>
        </p:nvGrpSpPr>
        <p:grpSpPr>
          <a:xfrm rot="-6192663">
            <a:off x="229738" y="1036752"/>
            <a:ext cx="434486" cy="162937"/>
            <a:chOff x="2665615" y="3966103"/>
            <a:chExt cx="345380" cy="129514"/>
          </a:xfrm>
        </p:grpSpPr>
        <p:sp>
          <p:nvSpPr>
            <p:cNvPr id="966" name="Google Shape;966;p19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9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9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9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9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9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2" name="Google Shape;972;p19"/>
          <p:cNvGrpSpPr/>
          <p:nvPr/>
        </p:nvGrpSpPr>
        <p:grpSpPr>
          <a:xfrm rot="-1207733">
            <a:off x="8003490" y="4492415"/>
            <a:ext cx="1040988" cy="486848"/>
            <a:chOff x="421595" y="3045210"/>
            <a:chExt cx="695069" cy="325041"/>
          </a:xfrm>
        </p:grpSpPr>
        <p:sp>
          <p:nvSpPr>
            <p:cNvPr id="973" name="Google Shape;973;p19"/>
            <p:cNvSpPr/>
            <p:nvPr/>
          </p:nvSpPr>
          <p:spPr>
            <a:xfrm>
              <a:off x="698112" y="3329473"/>
              <a:ext cx="350770" cy="40777"/>
            </a:xfrm>
            <a:custGeom>
              <a:avLst/>
              <a:gdLst/>
              <a:ahLst/>
              <a:cxnLst/>
              <a:rect l="l" t="t" r="r" b="b"/>
              <a:pathLst>
                <a:path w="13041" h="1516" extrusionOk="0">
                  <a:moveTo>
                    <a:pt x="13040" y="1"/>
                  </a:moveTo>
                  <a:lnTo>
                    <a:pt x="1" y="648"/>
                  </a:lnTo>
                  <a:lnTo>
                    <a:pt x="1" y="1516"/>
                  </a:lnTo>
                  <a:lnTo>
                    <a:pt x="13040" y="869"/>
                  </a:lnTo>
                  <a:lnTo>
                    <a:pt x="130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421595" y="3349916"/>
              <a:ext cx="276533" cy="20335"/>
            </a:xfrm>
            <a:custGeom>
              <a:avLst/>
              <a:gdLst/>
              <a:ahLst/>
              <a:cxnLst/>
              <a:rect l="l" t="t" r="r" b="b"/>
              <a:pathLst>
                <a:path w="10281" h="756" extrusionOk="0">
                  <a:moveTo>
                    <a:pt x="0" y="0"/>
                  </a:moveTo>
                  <a:lnTo>
                    <a:pt x="0" y="756"/>
                  </a:lnTo>
                  <a:lnTo>
                    <a:pt x="10281" y="756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697251" y="3045210"/>
              <a:ext cx="419413" cy="305179"/>
            </a:xfrm>
            <a:custGeom>
              <a:avLst/>
              <a:gdLst/>
              <a:ahLst/>
              <a:cxnLst/>
              <a:rect l="l" t="t" r="r" b="b"/>
              <a:pathLst>
                <a:path w="15593" h="11346" extrusionOk="0">
                  <a:moveTo>
                    <a:pt x="15592" y="0"/>
                  </a:moveTo>
                  <a:lnTo>
                    <a:pt x="2503" y="773"/>
                  </a:lnTo>
                  <a:lnTo>
                    <a:pt x="1" y="11346"/>
                  </a:lnTo>
                  <a:lnTo>
                    <a:pt x="13090" y="10572"/>
                  </a:lnTo>
                  <a:lnTo>
                    <a:pt x="155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891728" y="3174161"/>
              <a:ext cx="67432" cy="67432"/>
            </a:xfrm>
            <a:custGeom>
              <a:avLst/>
              <a:gdLst/>
              <a:ahLst/>
              <a:cxnLst/>
              <a:rect l="l" t="t" r="r" b="b"/>
              <a:pathLst>
                <a:path w="2507" h="2507" extrusionOk="0">
                  <a:moveTo>
                    <a:pt x="1252" y="0"/>
                  </a:moveTo>
                  <a:cubicBezTo>
                    <a:pt x="559" y="0"/>
                    <a:pt x="1" y="559"/>
                    <a:pt x="1" y="1255"/>
                  </a:cubicBezTo>
                  <a:cubicBezTo>
                    <a:pt x="1" y="1947"/>
                    <a:pt x="559" y="2506"/>
                    <a:pt x="1252" y="2506"/>
                  </a:cubicBezTo>
                  <a:cubicBezTo>
                    <a:pt x="1944" y="2506"/>
                    <a:pt x="2507" y="1947"/>
                    <a:pt x="2507" y="1255"/>
                  </a:cubicBezTo>
                  <a:cubicBezTo>
                    <a:pt x="2507" y="559"/>
                    <a:pt x="1944" y="0"/>
                    <a:pt x="12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699481" y="4548917"/>
            <a:ext cx="27510" cy="798273"/>
            <a:chOff x="6054850" y="1271775"/>
            <a:chExt cx="18875" cy="547700"/>
          </a:xfrm>
        </p:grpSpPr>
        <p:sp>
          <p:nvSpPr>
            <p:cNvPr id="978" name="Google Shape;978;p19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3" name="Google Shape;983;p19"/>
          <p:cNvGrpSpPr/>
          <p:nvPr/>
        </p:nvGrpSpPr>
        <p:grpSpPr>
          <a:xfrm>
            <a:off x="209886" y="280231"/>
            <a:ext cx="137078" cy="137078"/>
            <a:chOff x="2495900" y="1640275"/>
            <a:chExt cx="94050" cy="94050"/>
          </a:xfrm>
        </p:grpSpPr>
        <p:sp>
          <p:nvSpPr>
            <p:cNvPr id="984" name="Google Shape;984;p19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6" name="Google Shape;986;p19"/>
          <p:cNvGrpSpPr/>
          <p:nvPr/>
        </p:nvGrpSpPr>
        <p:grpSpPr>
          <a:xfrm>
            <a:off x="8500092" y="280215"/>
            <a:ext cx="730246" cy="793885"/>
            <a:chOff x="1897202" y="4415836"/>
            <a:chExt cx="435786" cy="473763"/>
          </a:xfrm>
        </p:grpSpPr>
        <p:sp>
          <p:nvSpPr>
            <p:cNvPr id="987" name="Google Shape;987;p19"/>
            <p:cNvSpPr/>
            <p:nvPr/>
          </p:nvSpPr>
          <p:spPr>
            <a:xfrm>
              <a:off x="1970959" y="4423407"/>
              <a:ext cx="362029" cy="431953"/>
            </a:xfrm>
            <a:custGeom>
              <a:avLst/>
              <a:gdLst/>
              <a:ahLst/>
              <a:cxnLst/>
              <a:rect l="l" t="t" r="r" b="b"/>
              <a:pathLst>
                <a:path w="11525" h="13751" extrusionOk="0">
                  <a:moveTo>
                    <a:pt x="6615" y="0"/>
                  </a:moveTo>
                  <a:cubicBezTo>
                    <a:pt x="6488" y="0"/>
                    <a:pt x="6358" y="24"/>
                    <a:pt x="6232" y="72"/>
                  </a:cubicBezTo>
                  <a:lnTo>
                    <a:pt x="816" y="2181"/>
                  </a:lnTo>
                  <a:cubicBezTo>
                    <a:pt x="271" y="2395"/>
                    <a:pt x="0" y="3010"/>
                    <a:pt x="211" y="3559"/>
                  </a:cubicBezTo>
                  <a:lnTo>
                    <a:pt x="3916" y="13073"/>
                  </a:lnTo>
                  <a:cubicBezTo>
                    <a:pt x="4080" y="13494"/>
                    <a:pt x="4481" y="13751"/>
                    <a:pt x="4906" y="13751"/>
                  </a:cubicBezTo>
                  <a:cubicBezTo>
                    <a:pt x="5035" y="13751"/>
                    <a:pt x="5166" y="13727"/>
                    <a:pt x="5293" y="13677"/>
                  </a:cubicBezTo>
                  <a:lnTo>
                    <a:pt x="10706" y="11572"/>
                  </a:lnTo>
                  <a:cubicBezTo>
                    <a:pt x="11254" y="11358"/>
                    <a:pt x="11525" y="10743"/>
                    <a:pt x="11314" y="10194"/>
                  </a:cubicBezTo>
                  <a:lnTo>
                    <a:pt x="7609" y="680"/>
                  </a:lnTo>
                  <a:cubicBezTo>
                    <a:pt x="7444" y="258"/>
                    <a:pt x="7042" y="0"/>
                    <a:pt x="6615" y="0"/>
                  </a:cubicBez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1902731" y="4492671"/>
              <a:ext cx="232421" cy="396928"/>
            </a:xfrm>
            <a:custGeom>
              <a:avLst/>
              <a:gdLst/>
              <a:ahLst/>
              <a:cxnLst/>
              <a:rect l="l" t="t" r="r" b="b"/>
              <a:pathLst>
                <a:path w="7399" h="12636" extrusionOk="0">
                  <a:moveTo>
                    <a:pt x="2924" y="0"/>
                  </a:moveTo>
                  <a:lnTo>
                    <a:pt x="0" y="1139"/>
                  </a:lnTo>
                  <a:lnTo>
                    <a:pt x="4474" y="12636"/>
                  </a:lnTo>
                  <a:lnTo>
                    <a:pt x="7399" y="11501"/>
                  </a:lnTo>
                  <a:lnTo>
                    <a:pt x="2924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1946645" y="4415836"/>
              <a:ext cx="362186" cy="431985"/>
            </a:xfrm>
            <a:custGeom>
              <a:avLst/>
              <a:gdLst/>
              <a:ahLst/>
              <a:cxnLst/>
              <a:rect l="l" t="t" r="r" b="b"/>
              <a:pathLst>
                <a:path w="11530" h="13752" extrusionOk="0">
                  <a:moveTo>
                    <a:pt x="6622" y="1"/>
                  </a:moveTo>
                  <a:cubicBezTo>
                    <a:pt x="6493" y="1"/>
                    <a:pt x="6363" y="24"/>
                    <a:pt x="6236" y="74"/>
                  </a:cubicBezTo>
                  <a:lnTo>
                    <a:pt x="820" y="2183"/>
                  </a:lnTo>
                  <a:cubicBezTo>
                    <a:pt x="275" y="2394"/>
                    <a:pt x="1" y="3012"/>
                    <a:pt x="215" y="3557"/>
                  </a:cubicBezTo>
                  <a:lnTo>
                    <a:pt x="3920" y="13071"/>
                  </a:lnTo>
                  <a:cubicBezTo>
                    <a:pt x="4082" y="13493"/>
                    <a:pt x="4486" y="13751"/>
                    <a:pt x="4914" y="13751"/>
                  </a:cubicBezTo>
                  <a:cubicBezTo>
                    <a:pt x="5041" y="13751"/>
                    <a:pt x="5171" y="13728"/>
                    <a:pt x="5298" y="13679"/>
                  </a:cubicBezTo>
                  <a:lnTo>
                    <a:pt x="10710" y="11571"/>
                  </a:lnTo>
                  <a:cubicBezTo>
                    <a:pt x="11258" y="11356"/>
                    <a:pt x="11529" y="10741"/>
                    <a:pt x="11315" y="10193"/>
                  </a:cubicBezTo>
                  <a:lnTo>
                    <a:pt x="7610" y="679"/>
                  </a:lnTo>
                  <a:cubicBezTo>
                    <a:pt x="7448" y="258"/>
                    <a:pt x="7046" y="1"/>
                    <a:pt x="6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1897202" y="4485038"/>
              <a:ext cx="213982" cy="389766"/>
            </a:xfrm>
            <a:custGeom>
              <a:avLst/>
              <a:gdLst/>
              <a:ahLst/>
              <a:cxnLst/>
              <a:rect l="l" t="t" r="r" b="b"/>
              <a:pathLst>
                <a:path w="6812" h="12408" extrusionOk="0">
                  <a:moveTo>
                    <a:pt x="2338" y="1"/>
                  </a:moveTo>
                  <a:lnTo>
                    <a:pt x="0" y="908"/>
                  </a:lnTo>
                  <a:lnTo>
                    <a:pt x="4475" y="12408"/>
                  </a:lnTo>
                  <a:lnTo>
                    <a:pt x="6812" y="11498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2026716" y="4480200"/>
              <a:ext cx="173146" cy="139471"/>
            </a:xfrm>
            <a:custGeom>
              <a:avLst/>
              <a:gdLst/>
              <a:ahLst/>
              <a:cxnLst/>
              <a:rect l="l" t="t" r="r" b="b"/>
              <a:pathLst>
                <a:path w="5512" h="4440" extrusionOk="0">
                  <a:moveTo>
                    <a:pt x="4460" y="0"/>
                  </a:moveTo>
                  <a:lnTo>
                    <a:pt x="0" y="1737"/>
                  </a:lnTo>
                  <a:lnTo>
                    <a:pt x="1055" y="4439"/>
                  </a:lnTo>
                  <a:lnTo>
                    <a:pt x="5511" y="2703"/>
                  </a:lnTo>
                  <a:lnTo>
                    <a:pt x="44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2047134" y="4500524"/>
              <a:ext cx="115724" cy="53998"/>
            </a:xfrm>
            <a:custGeom>
              <a:avLst/>
              <a:gdLst/>
              <a:ahLst/>
              <a:cxnLst/>
              <a:rect l="l" t="t" r="r" b="b"/>
              <a:pathLst>
                <a:path w="3684" h="1719" extrusionOk="0">
                  <a:moveTo>
                    <a:pt x="3554" y="0"/>
                  </a:moveTo>
                  <a:lnTo>
                    <a:pt x="0" y="1385"/>
                  </a:lnTo>
                  <a:lnTo>
                    <a:pt x="130" y="1719"/>
                  </a:lnTo>
                  <a:lnTo>
                    <a:pt x="3684" y="337"/>
                  </a:lnTo>
                  <a:lnTo>
                    <a:pt x="3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2055396" y="4522921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1" y="1"/>
                  </a:moveTo>
                  <a:lnTo>
                    <a:pt x="1" y="1385"/>
                  </a:lnTo>
                  <a:lnTo>
                    <a:pt x="131" y="1719"/>
                  </a:lnTo>
                  <a:lnTo>
                    <a:pt x="3684" y="338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2064568" y="4545319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4" y="1"/>
                  </a:moveTo>
                  <a:lnTo>
                    <a:pt x="1" y="1382"/>
                  </a:lnTo>
                  <a:lnTo>
                    <a:pt x="131" y="1720"/>
                  </a:lnTo>
                  <a:lnTo>
                    <a:pt x="3684" y="338"/>
                  </a:lnTo>
                  <a:lnTo>
                    <a:pt x="3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5" name="Google Shape;995;p19"/>
          <p:cNvGrpSpPr/>
          <p:nvPr/>
        </p:nvGrpSpPr>
        <p:grpSpPr>
          <a:xfrm rot="-5212926">
            <a:off x="42928" y="242281"/>
            <a:ext cx="808137" cy="594427"/>
            <a:chOff x="4628174" y="3985391"/>
            <a:chExt cx="443545" cy="326250"/>
          </a:xfrm>
        </p:grpSpPr>
        <p:sp>
          <p:nvSpPr>
            <p:cNvPr id="996" name="Google Shape;996;p19"/>
            <p:cNvSpPr/>
            <p:nvPr/>
          </p:nvSpPr>
          <p:spPr>
            <a:xfrm>
              <a:off x="4903630" y="4136265"/>
              <a:ext cx="142142" cy="103724"/>
            </a:xfrm>
            <a:custGeom>
              <a:avLst/>
              <a:gdLst/>
              <a:ahLst/>
              <a:cxnLst/>
              <a:rect l="l" t="t" r="r" b="b"/>
              <a:pathLst>
                <a:path w="4525" h="3302" extrusionOk="0">
                  <a:moveTo>
                    <a:pt x="214" y="1"/>
                  </a:moveTo>
                  <a:cubicBezTo>
                    <a:pt x="154" y="1"/>
                    <a:pt x="97" y="27"/>
                    <a:pt x="61" y="78"/>
                  </a:cubicBezTo>
                  <a:cubicBezTo>
                    <a:pt x="1" y="159"/>
                    <a:pt x="22" y="279"/>
                    <a:pt x="110" y="342"/>
                  </a:cubicBezTo>
                  <a:lnTo>
                    <a:pt x="4197" y="3266"/>
                  </a:lnTo>
                  <a:cubicBezTo>
                    <a:pt x="4232" y="3290"/>
                    <a:pt x="4272" y="3301"/>
                    <a:pt x="4311" y="3301"/>
                  </a:cubicBezTo>
                  <a:cubicBezTo>
                    <a:pt x="4371" y="3301"/>
                    <a:pt x="4428" y="3275"/>
                    <a:pt x="4464" y="3224"/>
                  </a:cubicBezTo>
                  <a:cubicBezTo>
                    <a:pt x="4524" y="3140"/>
                    <a:pt x="4503" y="3024"/>
                    <a:pt x="4415" y="2960"/>
                  </a:cubicBezTo>
                  <a:lnTo>
                    <a:pt x="328" y="36"/>
                  </a:lnTo>
                  <a:cubicBezTo>
                    <a:pt x="293" y="12"/>
                    <a:pt x="253" y="1"/>
                    <a:pt x="2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4993627" y="4238670"/>
              <a:ext cx="78091" cy="72971"/>
            </a:xfrm>
            <a:custGeom>
              <a:avLst/>
              <a:gdLst/>
              <a:ahLst/>
              <a:cxnLst/>
              <a:rect l="l" t="t" r="r" b="b"/>
              <a:pathLst>
                <a:path w="2486" h="2323" extrusionOk="0">
                  <a:moveTo>
                    <a:pt x="971" y="0"/>
                  </a:moveTo>
                  <a:cubicBezTo>
                    <a:pt x="877" y="0"/>
                    <a:pt x="783" y="43"/>
                    <a:pt x="724" y="126"/>
                  </a:cubicBezTo>
                  <a:lnTo>
                    <a:pt x="95" y="1008"/>
                  </a:lnTo>
                  <a:cubicBezTo>
                    <a:pt x="0" y="1145"/>
                    <a:pt x="32" y="1335"/>
                    <a:pt x="169" y="1433"/>
                  </a:cubicBezTo>
                  <a:lnTo>
                    <a:pt x="1332" y="2263"/>
                  </a:lnTo>
                  <a:cubicBezTo>
                    <a:pt x="1387" y="2303"/>
                    <a:pt x="1450" y="2323"/>
                    <a:pt x="1513" y="2323"/>
                  </a:cubicBezTo>
                  <a:cubicBezTo>
                    <a:pt x="1608" y="2323"/>
                    <a:pt x="1701" y="2278"/>
                    <a:pt x="1758" y="2196"/>
                  </a:cubicBezTo>
                  <a:lnTo>
                    <a:pt x="2387" y="1314"/>
                  </a:lnTo>
                  <a:cubicBezTo>
                    <a:pt x="2485" y="1180"/>
                    <a:pt x="2454" y="987"/>
                    <a:pt x="2316" y="888"/>
                  </a:cubicBezTo>
                  <a:lnTo>
                    <a:pt x="1153" y="59"/>
                  </a:lnTo>
                  <a:cubicBezTo>
                    <a:pt x="1098" y="20"/>
                    <a:pt x="1034" y="0"/>
                    <a:pt x="9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4694642" y="4020573"/>
              <a:ext cx="349024" cy="274828"/>
            </a:xfrm>
            <a:custGeom>
              <a:avLst/>
              <a:gdLst/>
              <a:ahLst/>
              <a:cxnLst/>
              <a:rect l="l" t="t" r="r" b="b"/>
              <a:pathLst>
                <a:path w="11111" h="8749" extrusionOk="0">
                  <a:moveTo>
                    <a:pt x="1185" y="1"/>
                  </a:moveTo>
                  <a:lnTo>
                    <a:pt x="1" y="1653"/>
                  </a:lnTo>
                  <a:lnTo>
                    <a:pt x="9926" y="8749"/>
                  </a:lnTo>
                  <a:lnTo>
                    <a:pt x="11110" y="7097"/>
                  </a:lnTo>
                  <a:lnTo>
                    <a:pt x="11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4629838" y="3987118"/>
              <a:ext cx="102468" cy="85945"/>
            </a:xfrm>
            <a:custGeom>
              <a:avLst/>
              <a:gdLst/>
              <a:ahLst/>
              <a:cxnLst/>
              <a:rect l="l" t="t" r="r" b="b"/>
              <a:pathLst>
                <a:path w="3262" h="2736" extrusionOk="0">
                  <a:moveTo>
                    <a:pt x="0" y="1"/>
                  </a:moveTo>
                  <a:lnTo>
                    <a:pt x="2078" y="2735"/>
                  </a:lnTo>
                  <a:lnTo>
                    <a:pt x="3262" y="10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4983575" y="4226136"/>
              <a:ext cx="47935" cy="61537"/>
            </a:xfrm>
            <a:custGeom>
              <a:avLst/>
              <a:gdLst/>
              <a:ahLst/>
              <a:cxnLst/>
              <a:rect l="l" t="t" r="r" b="b"/>
              <a:pathLst>
                <a:path w="1526" h="1959" extrusionOk="0">
                  <a:moveTo>
                    <a:pt x="1273" y="1"/>
                  </a:moveTo>
                  <a:lnTo>
                    <a:pt x="0" y="1779"/>
                  </a:lnTo>
                  <a:lnTo>
                    <a:pt x="253" y="1959"/>
                  </a:lnTo>
                  <a:lnTo>
                    <a:pt x="1526" y="180"/>
                  </a:lnTo>
                  <a:lnTo>
                    <a:pt x="12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4628174" y="3985391"/>
              <a:ext cx="20010" cy="15329"/>
            </a:xfrm>
            <a:custGeom>
              <a:avLst/>
              <a:gdLst/>
              <a:ahLst/>
              <a:cxnLst/>
              <a:rect l="l" t="t" r="r" b="b"/>
              <a:pathLst>
                <a:path w="637" h="488" extrusionOk="0">
                  <a:moveTo>
                    <a:pt x="103" y="0"/>
                  </a:moveTo>
                  <a:cubicBezTo>
                    <a:pt x="74" y="0"/>
                    <a:pt x="46" y="13"/>
                    <a:pt x="29" y="38"/>
                  </a:cubicBezTo>
                  <a:cubicBezTo>
                    <a:pt x="1" y="77"/>
                    <a:pt x="11" y="136"/>
                    <a:pt x="53" y="165"/>
                  </a:cubicBezTo>
                  <a:lnTo>
                    <a:pt x="479" y="470"/>
                  </a:lnTo>
                  <a:cubicBezTo>
                    <a:pt x="496" y="482"/>
                    <a:pt x="515" y="487"/>
                    <a:pt x="534" y="487"/>
                  </a:cubicBezTo>
                  <a:cubicBezTo>
                    <a:pt x="562" y="487"/>
                    <a:pt x="590" y="475"/>
                    <a:pt x="609" y="449"/>
                  </a:cubicBezTo>
                  <a:cubicBezTo>
                    <a:pt x="637" y="411"/>
                    <a:pt x="626" y="354"/>
                    <a:pt x="584" y="323"/>
                  </a:cubicBezTo>
                  <a:lnTo>
                    <a:pt x="159" y="17"/>
                  </a:lnTo>
                  <a:cubicBezTo>
                    <a:pt x="142" y="6"/>
                    <a:pt x="122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" name="Google Shape;1002;p19"/>
          <p:cNvGrpSpPr/>
          <p:nvPr/>
        </p:nvGrpSpPr>
        <p:grpSpPr>
          <a:xfrm>
            <a:off x="8864136" y="4035756"/>
            <a:ext cx="137078" cy="137078"/>
            <a:chOff x="2495900" y="1640275"/>
            <a:chExt cx="94050" cy="94050"/>
          </a:xfrm>
        </p:grpSpPr>
        <p:sp>
          <p:nvSpPr>
            <p:cNvPr id="1003" name="Google Shape;1003;p19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" name="Google Shape;1005;p19"/>
          <p:cNvGrpSpPr/>
          <p:nvPr/>
        </p:nvGrpSpPr>
        <p:grpSpPr>
          <a:xfrm rot="5400000">
            <a:off x="7898434" y="78509"/>
            <a:ext cx="225985" cy="540514"/>
            <a:chOff x="5273600" y="602550"/>
            <a:chExt cx="155050" cy="370850"/>
          </a:xfrm>
        </p:grpSpPr>
        <p:sp>
          <p:nvSpPr>
            <p:cNvPr id="1006" name="Google Shape;1006;p19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9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9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4" name="Google Shape;1024;p19"/>
          <p:cNvGrpSpPr/>
          <p:nvPr/>
        </p:nvGrpSpPr>
        <p:grpSpPr>
          <a:xfrm rot="-6192663">
            <a:off x="8446350" y="3861052"/>
            <a:ext cx="434486" cy="162937"/>
            <a:chOff x="2665615" y="3966103"/>
            <a:chExt cx="345380" cy="129514"/>
          </a:xfrm>
        </p:grpSpPr>
        <p:sp>
          <p:nvSpPr>
            <p:cNvPr id="1025" name="Google Shape;1025;p19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9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9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9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9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9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1"/>
          <p:cNvSpPr/>
          <p:nvPr/>
        </p:nvSpPr>
        <p:spPr>
          <a:xfrm rot="-1940351" flipH="1">
            <a:off x="-2161065" y="1443321"/>
            <a:ext cx="3803441" cy="3083329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21"/>
          <p:cNvSpPr txBox="1">
            <a:spLocks noGrp="1"/>
          </p:cNvSpPr>
          <p:nvPr>
            <p:ph type="subTitle" idx="1"/>
          </p:nvPr>
        </p:nvSpPr>
        <p:spPr>
          <a:xfrm>
            <a:off x="2974871" y="1851275"/>
            <a:ext cx="2054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3" name="Google Shape;1183;p21"/>
          <p:cNvSpPr txBox="1">
            <a:spLocks noGrp="1"/>
          </p:cNvSpPr>
          <p:nvPr>
            <p:ph type="subTitle" idx="2"/>
          </p:nvPr>
        </p:nvSpPr>
        <p:spPr>
          <a:xfrm>
            <a:off x="6383744" y="1851288"/>
            <a:ext cx="2054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4" name="Google Shape;1184;p21"/>
          <p:cNvSpPr txBox="1">
            <a:spLocks noGrp="1"/>
          </p:cNvSpPr>
          <p:nvPr>
            <p:ph type="subTitle" idx="3"/>
          </p:nvPr>
        </p:nvSpPr>
        <p:spPr>
          <a:xfrm>
            <a:off x="2974871" y="3173428"/>
            <a:ext cx="2054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5" name="Google Shape;1185;p21"/>
          <p:cNvSpPr txBox="1">
            <a:spLocks noGrp="1"/>
          </p:cNvSpPr>
          <p:nvPr>
            <p:ph type="subTitle" idx="4"/>
          </p:nvPr>
        </p:nvSpPr>
        <p:spPr>
          <a:xfrm>
            <a:off x="6383744" y="3173428"/>
            <a:ext cx="2054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6" name="Google Shape;1186;p21"/>
          <p:cNvSpPr txBox="1">
            <a:spLocks noGrp="1"/>
          </p:cNvSpPr>
          <p:nvPr>
            <p:ph type="subTitle" idx="5"/>
          </p:nvPr>
        </p:nvSpPr>
        <p:spPr>
          <a:xfrm>
            <a:off x="2974871" y="2074366"/>
            <a:ext cx="205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7" name="Google Shape;1187;p21"/>
          <p:cNvSpPr txBox="1">
            <a:spLocks noGrp="1"/>
          </p:cNvSpPr>
          <p:nvPr>
            <p:ph type="subTitle" idx="6"/>
          </p:nvPr>
        </p:nvSpPr>
        <p:spPr>
          <a:xfrm>
            <a:off x="2974871" y="3388254"/>
            <a:ext cx="205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8" name="Google Shape;1188;p21"/>
          <p:cNvSpPr txBox="1">
            <a:spLocks noGrp="1"/>
          </p:cNvSpPr>
          <p:nvPr>
            <p:ph type="subTitle" idx="7"/>
          </p:nvPr>
        </p:nvSpPr>
        <p:spPr>
          <a:xfrm>
            <a:off x="6383744" y="2074379"/>
            <a:ext cx="205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9" name="Google Shape;1189;p21"/>
          <p:cNvSpPr txBox="1">
            <a:spLocks noGrp="1"/>
          </p:cNvSpPr>
          <p:nvPr>
            <p:ph type="subTitle" idx="8"/>
          </p:nvPr>
        </p:nvSpPr>
        <p:spPr>
          <a:xfrm>
            <a:off x="6383744" y="3388254"/>
            <a:ext cx="205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90" name="Google Shape;1190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endParaRPr/>
          </a:p>
        </p:txBody>
      </p:sp>
      <p:grpSp>
        <p:nvGrpSpPr>
          <p:cNvPr id="1191" name="Google Shape;1191;p21"/>
          <p:cNvGrpSpPr/>
          <p:nvPr/>
        </p:nvGrpSpPr>
        <p:grpSpPr>
          <a:xfrm rot="-1305590">
            <a:off x="8720004" y="4039094"/>
            <a:ext cx="782804" cy="1046725"/>
            <a:chOff x="4015316" y="3825375"/>
            <a:chExt cx="413389" cy="552734"/>
          </a:xfrm>
        </p:grpSpPr>
        <p:sp>
          <p:nvSpPr>
            <p:cNvPr id="1192" name="Google Shape;1192;p21"/>
            <p:cNvSpPr/>
            <p:nvPr/>
          </p:nvSpPr>
          <p:spPr>
            <a:xfrm>
              <a:off x="4015316" y="3825375"/>
              <a:ext cx="413389" cy="552734"/>
            </a:xfrm>
            <a:custGeom>
              <a:avLst/>
              <a:gdLst/>
              <a:ahLst/>
              <a:cxnLst/>
              <a:rect l="l" t="t" r="r" b="b"/>
              <a:pathLst>
                <a:path w="13160" h="17596" extrusionOk="0">
                  <a:moveTo>
                    <a:pt x="5115" y="6341"/>
                  </a:moveTo>
                  <a:lnTo>
                    <a:pt x="9958" y="9694"/>
                  </a:lnTo>
                  <a:lnTo>
                    <a:pt x="7796" y="12819"/>
                  </a:lnTo>
                  <a:lnTo>
                    <a:pt x="5115" y="6341"/>
                  </a:lnTo>
                  <a:close/>
                  <a:moveTo>
                    <a:pt x="1" y="1"/>
                  </a:moveTo>
                  <a:lnTo>
                    <a:pt x="7287" y="17595"/>
                  </a:lnTo>
                  <a:lnTo>
                    <a:pt x="13160" y="91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1"/>
            <p:cNvSpPr/>
            <p:nvPr/>
          </p:nvSpPr>
          <p:spPr>
            <a:xfrm>
              <a:off x="4220879" y="3978386"/>
              <a:ext cx="17717" cy="22805"/>
            </a:xfrm>
            <a:custGeom>
              <a:avLst/>
              <a:gdLst/>
              <a:ahLst/>
              <a:cxnLst/>
              <a:rect l="l" t="t" r="r" b="b"/>
              <a:pathLst>
                <a:path w="564" h="726" extrusionOk="0">
                  <a:moveTo>
                    <a:pt x="447" y="1"/>
                  </a:moveTo>
                  <a:lnTo>
                    <a:pt x="1" y="648"/>
                  </a:lnTo>
                  <a:lnTo>
                    <a:pt x="113" y="725"/>
                  </a:lnTo>
                  <a:lnTo>
                    <a:pt x="563" y="78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1"/>
            <p:cNvSpPr/>
            <p:nvPr/>
          </p:nvSpPr>
          <p:spPr>
            <a:xfrm>
              <a:off x="4198608" y="3962931"/>
              <a:ext cx="17685" cy="22900"/>
            </a:xfrm>
            <a:custGeom>
              <a:avLst/>
              <a:gdLst/>
              <a:ahLst/>
              <a:cxnLst/>
              <a:rect l="l" t="t" r="r" b="b"/>
              <a:pathLst>
                <a:path w="563" h="729" extrusionOk="0">
                  <a:moveTo>
                    <a:pt x="446" y="1"/>
                  </a:moveTo>
                  <a:lnTo>
                    <a:pt x="0" y="648"/>
                  </a:lnTo>
                  <a:lnTo>
                    <a:pt x="112" y="728"/>
                  </a:lnTo>
                  <a:lnTo>
                    <a:pt x="562" y="82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1"/>
            <p:cNvSpPr/>
            <p:nvPr/>
          </p:nvSpPr>
          <p:spPr>
            <a:xfrm>
              <a:off x="4176839" y="3947821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47" y="0"/>
                  </a:moveTo>
                  <a:lnTo>
                    <a:pt x="1" y="647"/>
                  </a:lnTo>
                  <a:lnTo>
                    <a:pt x="113" y="728"/>
                  </a:lnTo>
                  <a:lnTo>
                    <a:pt x="563" y="7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1"/>
            <p:cNvSpPr/>
            <p:nvPr/>
          </p:nvSpPr>
          <p:spPr>
            <a:xfrm>
              <a:off x="4154756" y="3932241"/>
              <a:ext cx="17717" cy="22774"/>
            </a:xfrm>
            <a:custGeom>
              <a:avLst/>
              <a:gdLst/>
              <a:ahLst/>
              <a:cxnLst/>
              <a:rect l="l" t="t" r="r" b="b"/>
              <a:pathLst>
                <a:path w="564" h="725" extrusionOk="0">
                  <a:moveTo>
                    <a:pt x="451" y="1"/>
                  </a:moveTo>
                  <a:lnTo>
                    <a:pt x="1" y="648"/>
                  </a:lnTo>
                  <a:lnTo>
                    <a:pt x="117" y="725"/>
                  </a:lnTo>
                  <a:lnTo>
                    <a:pt x="563" y="78"/>
                  </a:lnTo>
                  <a:lnTo>
                    <a:pt x="4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1"/>
            <p:cNvSpPr/>
            <p:nvPr/>
          </p:nvSpPr>
          <p:spPr>
            <a:xfrm>
              <a:off x="4132673" y="3917131"/>
              <a:ext cx="17717" cy="22774"/>
            </a:xfrm>
            <a:custGeom>
              <a:avLst/>
              <a:gdLst/>
              <a:ahLst/>
              <a:cxnLst/>
              <a:rect l="l" t="t" r="r" b="b"/>
              <a:pathLst>
                <a:path w="564" h="725" extrusionOk="0">
                  <a:moveTo>
                    <a:pt x="447" y="0"/>
                  </a:moveTo>
                  <a:lnTo>
                    <a:pt x="1" y="647"/>
                  </a:lnTo>
                  <a:lnTo>
                    <a:pt x="113" y="724"/>
                  </a:lnTo>
                  <a:lnTo>
                    <a:pt x="563" y="7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1"/>
            <p:cNvSpPr/>
            <p:nvPr/>
          </p:nvSpPr>
          <p:spPr>
            <a:xfrm>
              <a:off x="4110715" y="3902116"/>
              <a:ext cx="17685" cy="22774"/>
            </a:xfrm>
            <a:custGeom>
              <a:avLst/>
              <a:gdLst/>
              <a:ahLst/>
              <a:cxnLst/>
              <a:rect l="l" t="t" r="r" b="b"/>
              <a:pathLst>
                <a:path w="563" h="725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4"/>
                  </a:lnTo>
                  <a:lnTo>
                    <a:pt x="563" y="8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1"/>
            <p:cNvSpPr/>
            <p:nvPr/>
          </p:nvSpPr>
          <p:spPr>
            <a:xfrm>
              <a:off x="4088632" y="3886661"/>
              <a:ext cx="17685" cy="22774"/>
            </a:xfrm>
            <a:custGeom>
              <a:avLst/>
              <a:gdLst/>
              <a:ahLst/>
              <a:cxnLst/>
              <a:rect l="l" t="t" r="r" b="b"/>
              <a:pathLst>
                <a:path w="563" h="725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4"/>
                  </a:lnTo>
                  <a:lnTo>
                    <a:pt x="563" y="7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1"/>
            <p:cNvSpPr/>
            <p:nvPr/>
          </p:nvSpPr>
          <p:spPr>
            <a:xfrm>
              <a:off x="4066424" y="3871301"/>
              <a:ext cx="17717" cy="22900"/>
            </a:xfrm>
            <a:custGeom>
              <a:avLst/>
              <a:gdLst/>
              <a:ahLst/>
              <a:cxnLst/>
              <a:rect l="l" t="t" r="r" b="b"/>
              <a:pathLst>
                <a:path w="564" h="729" extrusionOk="0">
                  <a:moveTo>
                    <a:pt x="447" y="1"/>
                  </a:moveTo>
                  <a:lnTo>
                    <a:pt x="1" y="647"/>
                  </a:lnTo>
                  <a:lnTo>
                    <a:pt x="117" y="728"/>
                  </a:lnTo>
                  <a:lnTo>
                    <a:pt x="563" y="78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1"/>
            <p:cNvSpPr/>
            <p:nvPr/>
          </p:nvSpPr>
          <p:spPr>
            <a:xfrm>
              <a:off x="4044247" y="3855971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47" y="0"/>
                  </a:moveTo>
                  <a:lnTo>
                    <a:pt x="0" y="647"/>
                  </a:lnTo>
                  <a:lnTo>
                    <a:pt x="113" y="728"/>
                  </a:lnTo>
                  <a:lnTo>
                    <a:pt x="563" y="81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1"/>
            <p:cNvSpPr/>
            <p:nvPr/>
          </p:nvSpPr>
          <p:spPr>
            <a:xfrm>
              <a:off x="4397543" y="4100392"/>
              <a:ext cx="17685" cy="22900"/>
            </a:xfrm>
            <a:custGeom>
              <a:avLst/>
              <a:gdLst/>
              <a:ahLst/>
              <a:cxnLst/>
              <a:rect l="l" t="t" r="r" b="b"/>
              <a:pathLst>
                <a:path w="563" h="729" extrusionOk="0">
                  <a:moveTo>
                    <a:pt x="450" y="1"/>
                  </a:moveTo>
                  <a:lnTo>
                    <a:pt x="0" y="647"/>
                  </a:lnTo>
                  <a:lnTo>
                    <a:pt x="116" y="728"/>
                  </a:lnTo>
                  <a:lnTo>
                    <a:pt x="563" y="82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1"/>
            <p:cNvSpPr/>
            <p:nvPr/>
          </p:nvSpPr>
          <p:spPr>
            <a:xfrm>
              <a:off x="4375240" y="4085502"/>
              <a:ext cx="17685" cy="22774"/>
            </a:xfrm>
            <a:custGeom>
              <a:avLst/>
              <a:gdLst/>
              <a:ahLst/>
              <a:cxnLst/>
              <a:rect l="l" t="t" r="r" b="b"/>
              <a:pathLst>
                <a:path w="563" h="725" extrusionOk="0">
                  <a:moveTo>
                    <a:pt x="447" y="0"/>
                  </a:moveTo>
                  <a:lnTo>
                    <a:pt x="1" y="647"/>
                  </a:lnTo>
                  <a:lnTo>
                    <a:pt x="113" y="724"/>
                  </a:lnTo>
                  <a:lnTo>
                    <a:pt x="563" y="7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1"/>
            <p:cNvSpPr/>
            <p:nvPr/>
          </p:nvSpPr>
          <p:spPr>
            <a:xfrm>
              <a:off x="4353283" y="4069922"/>
              <a:ext cx="17560" cy="22774"/>
            </a:xfrm>
            <a:custGeom>
              <a:avLst/>
              <a:gdLst/>
              <a:ahLst/>
              <a:cxnLst/>
              <a:rect l="l" t="t" r="r" b="b"/>
              <a:pathLst>
                <a:path w="559" h="725" extrusionOk="0">
                  <a:moveTo>
                    <a:pt x="446" y="1"/>
                  </a:moveTo>
                  <a:lnTo>
                    <a:pt x="0" y="647"/>
                  </a:lnTo>
                  <a:lnTo>
                    <a:pt x="113" y="725"/>
                  </a:lnTo>
                  <a:lnTo>
                    <a:pt x="559" y="78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1"/>
            <p:cNvSpPr/>
            <p:nvPr/>
          </p:nvSpPr>
          <p:spPr>
            <a:xfrm>
              <a:off x="4331200" y="4054593"/>
              <a:ext cx="17560" cy="22868"/>
            </a:xfrm>
            <a:custGeom>
              <a:avLst/>
              <a:gdLst/>
              <a:ahLst/>
              <a:cxnLst/>
              <a:rect l="l" t="t" r="r" b="b"/>
              <a:pathLst>
                <a:path w="559" h="728" extrusionOk="0">
                  <a:moveTo>
                    <a:pt x="447" y="0"/>
                  </a:moveTo>
                  <a:lnTo>
                    <a:pt x="0" y="650"/>
                  </a:lnTo>
                  <a:lnTo>
                    <a:pt x="113" y="728"/>
                  </a:lnTo>
                  <a:lnTo>
                    <a:pt x="559" y="81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1"/>
            <p:cNvSpPr/>
            <p:nvPr/>
          </p:nvSpPr>
          <p:spPr>
            <a:xfrm>
              <a:off x="4309117" y="4039357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8"/>
                  </a:lnTo>
                  <a:lnTo>
                    <a:pt x="563" y="8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1"/>
            <p:cNvSpPr/>
            <p:nvPr/>
          </p:nvSpPr>
          <p:spPr>
            <a:xfrm>
              <a:off x="4287128" y="4024217"/>
              <a:ext cx="17717" cy="22900"/>
            </a:xfrm>
            <a:custGeom>
              <a:avLst/>
              <a:gdLst/>
              <a:ahLst/>
              <a:cxnLst/>
              <a:rect l="l" t="t" r="r" b="b"/>
              <a:pathLst>
                <a:path w="564" h="729" extrusionOk="0">
                  <a:moveTo>
                    <a:pt x="447" y="1"/>
                  </a:moveTo>
                  <a:lnTo>
                    <a:pt x="1" y="647"/>
                  </a:lnTo>
                  <a:lnTo>
                    <a:pt x="113" y="728"/>
                  </a:lnTo>
                  <a:lnTo>
                    <a:pt x="563" y="81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1"/>
            <p:cNvSpPr/>
            <p:nvPr/>
          </p:nvSpPr>
          <p:spPr>
            <a:xfrm>
              <a:off x="4264731" y="4008667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8"/>
                  </a:lnTo>
                  <a:lnTo>
                    <a:pt x="563" y="8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1"/>
            <p:cNvSpPr/>
            <p:nvPr/>
          </p:nvSpPr>
          <p:spPr>
            <a:xfrm>
              <a:off x="4242962" y="3993527"/>
              <a:ext cx="17717" cy="22900"/>
            </a:xfrm>
            <a:custGeom>
              <a:avLst/>
              <a:gdLst/>
              <a:ahLst/>
              <a:cxnLst/>
              <a:rect l="l" t="t" r="r" b="b"/>
              <a:pathLst>
                <a:path w="564" h="729" extrusionOk="0">
                  <a:moveTo>
                    <a:pt x="447" y="1"/>
                  </a:moveTo>
                  <a:lnTo>
                    <a:pt x="1" y="647"/>
                  </a:lnTo>
                  <a:lnTo>
                    <a:pt x="113" y="728"/>
                  </a:lnTo>
                  <a:lnTo>
                    <a:pt x="563" y="81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1"/>
            <p:cNvSpPr/>
            <p:nvPr/>
          </p:nvSpPr>
          <p:spPr>
            <a:xfrm>
              <a:off x="4215476" y="3971004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1"/>
                  </a:moveTo>
                  <a:lnTo>
                    <a:pt x="1" y="419"/>
                  </a:lnTo>
                  <a:lnTo>
                    <a:pt x="75" y="468"/>
                  </a:lnTo>
                  <a:lnTo>
                    <a:pt x="363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1"/>
            <p:cNvSpPr/>
            <p:nvPr/>
          </p:nvSpPr>
          <p:spPr>
            <a:xfrm>
              <a:off x="4193519" y="3955863"/>
              <a:ext cx="11277" cy="14732"/>
            </a:xfrm>
            <a:custGeom>
              <a:avLst/>
              <a:gdLst/>
              <a:ahLst/>
              <a:cxnLst/>
              <a:rect l="l" t="t" r="r" b="b"/>
              <a:pathLst>
                <a:path w="359" h="469" extrusionOk="0">
                  <a:moveTo>
                    <a:pt x="292" y="1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1"/>
            <p:cNvSpPr/>
            <p:nvPr/>
          </p:nvSpPr>
          <p:spPr>
            <a:xfrm>
              <a:off x="4171656" y="3940534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0"/>
                  </a:moveTo>
                  <a:lnTo>
                    <a:pt x="0" y="419"/>
                  </a:lnTo>
                  <a:lnTo>
                    <a:pt x="74" y="468"/>
                  </a:lnTo>
                  <a:lnTo>
                    <a:pt x="362" y="5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1"/>
            <p:cNvSpPr/>
            <p:nvPr/>
          </p:nvSpPr>
          <p:spPr>
            <a:xfrm>
              <a:off x="4149447" y="3925393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23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1"/>
            <p:cNvSpPr/>
            <p:nvPr/>
          </p:nvSpPr>
          <p:spPr>
            <a:xfrm>
              <a:off x="4127395" y="3910064"/>
              <a:ext cx="11277" cy="14701"/>
            </a:xfrm>
            <a:custGeom>
              <a:avLst/>
              <a:gdLst/>
              <a:ahLst/>
              <a:cxnLst/>
              <a:rect l="l" t="t" r="r" b="b"/>
              <a:pathLst>
                <a:path w="359" h="468" extrusionOk="0">
                  <a:moveTo>
                    <a:pt x="288" y="0"/>
                  </a:moveTo>
                  <a:lnTo>
                    <a:pt x="0" y="419"/>
                  </a:lnTo>
                  <a:lnTo>
                    <a:pt x="70" y="468"/>
                  </a:lnTo>
                  <a:lnTo>
                    <a:pt x="359" y="50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1"/>
            <p:cNvSpPr/>
            <p:nvPr/>
          </p:nvSpPr>
          <p:spPr>
            <a:xfrm>
              <a:off x="4105187" y="3895143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1"/>
            <p:cNvSpPr/>
            <p:nvPr/>
          </p:nvSpPr>
          <p:spPr>
            <a:xfrm>
              <a:off x="4083104" y="3879813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0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5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1"/>
            <p:cNvSpPr/>
            <p:nvPr/>
          </p:nvSpPr>
          <p:spPr>
            <a:xfrm>
              <a:off x="4061241" y="3864233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1"/>
            <p:cNvSpPr/>
            <p:nvPr/>
          </p:nvSpPr>
          <p:spPr>
            <a:xfrm>
              <a:off x="4392014" y="4093104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1"/>
            <p:cNvSpPr/>
            <p:nvPr/>
          </p:nvSpPr>
          <p:spPr>
            <a:xfrm>
              <a:off x="4369617" y="4077995"/>
              <a:ext cx="11277" cy="14701"/>
            </a:xfrm>
            <a:custGeom>
              <a:avLst/>
              <a:gdLst/>
              <a:ahLst/>
              <a:cxnLst/>
              <a:rect l="l" t="t" r="r" b="b"/>
              <a:pathLst>
                <a:path w="359" h="468" extrusionOk="0">
                  <a:moveTo>
                    <a:pt x="288" y="0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59" y="49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1"/>
            <p:cNvSpPr/>
            <p:nvPr/>
          </p:nvSpPr>
          <p:spPr>
            <a:xfrm>
              <a:off x="4347974" y="4062980"/>
              <a:ext cx="11277" cy="14701"/>
            </a:xfrm>
            <a:custGeom>
              <a:avLst/>
              <a:gdLst/>
              <a:ahLst/>
              <a:cxnLst/>
              <a:rect l="l" t="t" r="r" b="b"/>
              <a:pathLst>
                <a:path w="359" h="468" extrusionOk="0">
                  <a:moveTo>
                    <a:pt x="289" y="0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59" y="4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1"/>
            <p:cNvSpPr/>
            <p:nvPr/>
          </p:nvSpPr>
          <p:spPr>
            <a:xfrm>
              <a:off x="4325671" y="4047399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92" y="1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62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1"/>
            <p:cNvSpPr/>
            <p:nvPr/>
          </p:nvSpPr>
          <p:spPr>
            <a:xfrm>
              <a:off x="4303808" y="4032070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0"/>
                  </a:moveTo>
                  <a:lnTo>
                    <a:pt x="1" y="418"/>
                  </a:lnTo>
                  <a:lnTo>
                    <a:pt x="71" y="468"/>
                  </a:lnTo>
                  <a:lnTo>
                    <a:pt x="363" y="4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1"/>
            <p:cNvSpPr/>
            <p:nvPr/>
          </p:nvSpPr>
          <p:spPr>
            <a:xfrm>
              <a:off x="4281725" y="4016929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1"/>
            <p:cNvSpPr/>
            <p:nvPr/>
          </p:nvSpPr>
          <p:spPr>
            <a:xfrm>
              <a:off x="4259642" y="4001694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92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1"/>
            <p:cNvSpPr/>
            <p:nvPr/>
          </p:nvSpPr>
          <p:spPr>
            <a:xfrm>
              <a:off x="4237559" y="3986459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92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46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6" name="Google Shape;1226;p21"/>
          <p:cNvGrpSpPr/>
          <p:nvPr/>
        </p:nvGrpSpPr>
        <p:grpSpPr>
          <a:xfrm>
            <a:off x="8499154" y="97307"/>
            <a:ext cx="400690" cy="784755"/>
            <a:chOff x="7985008" y="2151317"/>
            <a:chExt cx="96566" cy="189148"/>
          </a:xfrm>
        </p:grpSpPr>
        <p:sp>
          <p:nvSpPr>
            <p:cNvPr id="1227" name="Google Shape;1227;p21"/>
            <p:cNvSpPr/>
            <p:nvPr/>
          </p:nvSpPr>
          <p:spPr>
            <a:xfrm>
              <a:off x="7985008" y="2242311"/>
              <a:ext cx="79102" cy="98154"/>
            </a:xfrm>
            <a:custGeom>
              <a:avLst/>
              <a:gdLst/>
              <a:ahLst/>
              <a:cxnLst/>
              <a:rect l="l" t="t" r="r" b="b"/>
              <a:pathLst>
                <a:path w="3990" h="4951" extrusionOk="0">
                  <a:moveTo>
                    <a:pt x="2062" y="1"/>
                  </a:moveTo>
                  <a:cubicBezTo>
                    <a:pt x="1471" y="1"/>
                    <a:pt x="771" y="58"/>
                    <a:pt x="0" y="230"/>
                  </a:cubicBezTo>
                  <a:lnTo>
                    <a:pt x="415" y="4951"/>
                  </a:lnTo>
                  <a:lnTo>
                    <a:pt x="3336" y="4951"/>
                  </a:lnTo>
                  <a:lnTo>
                    <a:pt x="3990" y="230"/>
                  </a:lnTo>
                  <a:cubicBezTo>
                    <a:pt x="3990" y="230"/>
                    <a:pt x="3244" y="1"/>
                    <a:pt x="2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1"/>
            <p:cNvSpPr/>
            <p:nvPr/>
          </p:nvSpPr>
          <p:spPr>
            <a:xfrm>
              <a:off x="7985008" y="2240805"/>
              <a:ext cx="77436" cy="12073"/>
            </a:xfrm>
            <a:custGeom>
              <a:avLst/>
              <a:gdLst/>
              <a:ahLst/>
              <a:cxnLst/>
              <a:rect l="l" t="t" r="r" b="b"/>
              <a:pathLst>
                <a:path w="3906" h="609" extrusionOk="0">
                  <a:moveTo>
                    <a:pt x="1951" y="1"/>
                  </a:moveTo>
                  <a:cubicBezTo>
                    <a:pt x="872" y="1"/>
                    <a:pt x="0" y="138"/>
                    <a:pt x="0" y="306"/>
                  </a:cubicBezTo>
                  <a:cubicBezTo>
                    <a:pt x="0" y="475"/>
                    <a:pt x="872" y="609"/>
                    <a:pt x="1951" y="609"/>
                  </a:cubicBezTo>
                  <a:cubicBezTo>
                    <a:pt x="3030" y="609"/>
                    <a:pt x="3905" y="475"/>
                    <a:pt x="3905" y="306"/>
                  </a:cubicBezTo>
                  <a:cubicBezTo>
                    <a:pt x="3905" y="138"/>
                    <a:pt x="3030" y="1"/>
                    <a:pt x="19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1"/>
            <p:cNvSpPr/>
            <p:nvPr/>
          </p:nvSpPr>
          <p:spPr>
            <a:xfrm>
              <a:off x="8048129" y="2259400"/>
              <a:ext cx="33445" cy="58285"/>
            </a:xfrm>
            <a:custGeom>
              <a:avLst/>
              <a:gdLst/>
              <a:ahLst/>
              <a:cxnLst/>
              <a:rect l="l" t="t" r="r" b="b"/>
              <a:pathLst>
                <a:path w="1687" h="2940" extrusionOk="0">
                  <a:moveTo>
                    <a:pt x="756" y="0"/>
                  </a:moveTo>
                  <a:cubicBezTo>
                    <a:pt x="749" y="0"/>
                    <a:pt x="742" y="0"/>
                    <a:pt x="735" y="1"/>
                  </a:cubicBezTo>
                  <a:lnTo>
                    <a:pt x="454" y="602"/>
                  </a:lnTo>
                  <a:cubicBezTo>
                    <a:pt x="454" y="602"/>
                    <a:pt x="886" y="690"/>
                    <a:pt x="922" y="1470"/>
                  </a:cubicBezTo>
                  <a:cubicBezTo>
                    <a:pt x="949" y="2081"/>
                    <a:pt x="364" y="2146"/>
                    <a:pt x="112" y="2146"/>
                  </a:cubicBezTo>
                  <a:cubicBezTo>
                    <a:pt x="44" y="2146"/>
                    <a:pt x="1" y="2141"/>
                    <a:pt x="1" y="2141"/>
                  </a:cubicBezTo>
                  <a:lnTo>
                    <a:pt x="1" y="2939"/>
                  </a:lnTo>
                  <a:cubicBezTo>
                    <a:pt x="995" y="2939"/>
                    <a:pt x="1515" y="2423"/>
                    <a:pt x="1603" y="1512"/>
                  </a:cubicBezTo>
                  <a:cubicBezTo>
                    <a:pt x="1686" y="623"/>
                    <a:pt x="1126" y="0"/>
                    <a:pt x="7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1"/>
            <p:cNvSpPr/>
            <p:nvPr/>
          </p:nvSpPr>
          <p:spPr>
            <a:xfrm>
              <a:off x="7987090" y="2249171"/>
              <a:ext cx="63400" cy="7137"/>
            </a:xfrm>
            <a:custGeom>
              <a:avLst/>
              <a:gdLst/>
              <a:ahLst/>
              <a:cxnLst/>
              <a:rect l="l" t="t" r="r" b="b"/>
              <a:pathLst>
                <a:path w="3198" h="360" extrusionOk="0">
                  <a:moveTo>
                    <a:pt x="97" y="1"/>
                  </a:moveTo>
                  <a:cubicBezTo>
                    <a:pt x="27" y="1"/>
                    <a:pt x="1" y="118"/>
                    <a:pt x="82" y="137"/>
                  </a:cubicBezTo>
                  <a:cubicBezTo>
                    <a:pt x="630" y="286"/>
                    <a:pt x="1196" y="359"/>
                    <a:pt x="1761" y="359"/>
                  </a:cubicBezTo>
                  <a:cubicBezTo>
                    <a:pt x="2214" y="359"/>
                    <a:pt x="2667" y="312"/>
                    <a:pt x="3111" y="218"/>
                  </a:cubicBezTo>
                  <a:cubicBezTo>
                    <a:pt x="3197" y="198"/>
                    <a:pt x="3168" y="80"/>
                    <a:pt x="3092" y="80"/>
                  </a:cubicBezTo>
                  <a:cubicBezTo>
                    <a:pt x="3087" y="80"/>
                    <a:pt x="3082" y="80"/>
                    <a:pt x="3076" y="81"/>
                  </a:cubicBezTo>
                  <a:cubicBezTo>
                    <a:pt x="2643" y="173"/>
                    <a:pt x="2202" y="219"/>
                    <a:pt x="1762" y="219"/>
                  </a:cubicBezTo>
                  <a:cubicBezTo>
                    <a:pt x="1208" y="219"/>
                    <a:pt x="655" y="147"/>
                    <a:pt x="117" y="4"/>
                  </a:cubicBezTo>
                  <a:cubicBezTo>
                    <a:pt x="110" y="2"/>
                    <a:pt x="103" y="1"/>
                    <a:pt x="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1"/>
            <p:cNvSpPr/>
            <p:nvPr/>
          </p:nvSpPr>
          <p:spPr>
            <a:xfrm>
              <a:off x="8050429" y="2268202"/>
              <a:ext cx="12034" cy="69150"/>
            </a:xfrm>
            <a:custGeom>
              <a:avLst/>
              <a:gdLst/>
              <a:ahLst/>
              <a:cxnLst/>
              <a:rect l="l" t="t" r="r" b="b"/>
              <a:pathLst>
                <a:path w="607" h="3488" extrusionOk="0">
                  <a:moveTo>
                    <a:pt x="539" y="1"/>
                  </a:moveTo>
                  <a:cubicBezTo>
                    <a:pt x="504" y="1"/>
                    <a:pt x="466" y="23"/>
                    <a:pt x="461" y="67"/>
                  </a:cubicBezTo>
                  <a:cubicBezTo>
                    <a:pt x="349" y="1184"/>
                    <a:pt x="197" y="2295"/>
                    <a:pt x="11" y="3399"/>
                  </a:cubicBezTo>
                  <a:cubicBezTo>
                    <a:pt x="1" y="3453"/>
                    <a:pt x="46" y="3488"/>
                    <a:pt x="86" y="3488"/>
                  </a:cubicBezTo>
                  <a:cubicBezTo>
                    <a:pt x="114" y="3488"/>
                    <a:pt x="139" y="3472"/>
                    <a:pt x="145" y="3437"/>
                  </a:cubicBezTo>
                  <a:cubicBezTo>
                    <a:pt x="335" y="2320"/>
                    <a:pt x="489" y="1195"/>
                    <a:pt x="602" y="67"/>
                  </a:cubicBezTo>
                  <a:cubicBezTo>
                    <a:pt x="607" y="23"/>
                    <a:pt x="574" y="1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1"/>
            <p:cNvSpPr/>
            <p:nvPr/>
          </p:nvSpPr>
          <p:spPr>
            <a:xfrm>
              <a:off x="7999361" y="2323592"/>
              <a:ext cx="4401" cy="8505"/>
            </a:xfrm>
            <a:custGeom>
              <a:avLst/>
              <a:gdLst/>
              <a:ahLst/>
              <a:cxnLst/>
              <a:rect l="l" t="t" r="r" b="b"/>
              <a:pathLst>
                <a:path w="222" h="429" extrusionOk="0">
                  <a:moveTo>
                    <a:pt x="182" y="283"/>
                  </a:moveTo>
                  <a:cubicBezTo>
                    <a:pt x="182" y="284"/>
                    <a:pt x="183" y="284"/>
                    <a:pt x="183" y="285"/>
                  </a:cubicBezTo>
                  <a:cubicBezTo>
                    <a:pt x="183" y="284"/>
                    <a:pt x="182" y="283"/>
                    <a:pt x="182" y="283"/>
                  </a:cubicBezTo>
                  <a:close/>
                  <a:moveTo>
                    <a:pt x="78" y="0"/>
                  </a:moveTo>
                  <a:cubicBezTo>
                    <a:pt x="39" y="4"/>
                    <a:pt x="11" y="32"/>
                    <a:pt x="7" y="70"/>
                  </a:cubicBezTo>
                  <a:cubicBezTo>
                    <a:pt x="0" y="183"/>
                    <a:pt x="25" y="295"/>
                    <a:pt x="81" y="394"/>
                  </a:cubicBezTo>
                  <a:cubicBezTo>
                    <a:pt x="93" y="415"/>
                    <a:pt x="118" y="428"/>
                    <a:pt x="142" y="428"/>
                  </a:cubicBezTo>
                  <a:cubicBezTo>
                    <a:pt x="154" y="428"/>
                    <a:pt x="166" y="425"/>
                    <a:pt x="176" y="418"/>
                  </a:cubicBezTo>
                  <a:cubicBezTo>
                    <a:pt x="208" y="397"/>
                    <a:pt x="222" y="359"/>
                    <a:pt x="201" y="323"/>
                  </a:cubicBezTo>
                  <a:cubicBezTo>
                    <a:pt x="197" y="313"/>
                    <a:pt x="190" y="302"/>
                    <a:pt x="187" y="292"/>
                  </a:cubicBezTo>
                  <a:cubicBezTo>
                    <a:pt x="184" y="289"/>
                    <a:pt x="178" y="279"/>
                    <a:pt x="179" y="279"/>
                  </a:cubicBezTo>
                  <a:lnTo>
                    <a:pt x="179" y="279"/>
                  </a:lnTo>
                  <a:cubicBezTo>
                    <a:pt x="179" y="279"/>
                    <a:pt x="180" y="280"/>
                    <a:pt x="182" y="283"/>
                  </a:cubicBezTo>
                  <a:lnTo>
                    <a:pt x="182" y="283"/>
                  </a:lnTo>
                  <a:cubicBezTo>
                    <a:pt x="180" y="279"/>
                    <a:pt x="179" y="274"/>
                    <a:pt x="176" y="271"/>
                  </a:cubicBezTo>
                  <a:cubicBezTo>
                    <a:pt x="169" y="250"/>
                    <a:pt x="162" y="225"/>
                    <a:pt x="155" y="200"/>
                  </a:cubicBezTo>
                  <a:cubicBezTo>
                    <a:pt x="155" y="197"/>
                    <a:pt x="155" y="190"/>
                    <a:pt x="152" y="183"/>
                  </a:cubicBezTo>
                  <a:cubicBezTo>
                    <a:pt x="152" y="183"/>
                    <a:pt x="151" y="178"/>
                    <a:pt x="150" y="174"/>
                  </a:cubicBezTo>
                  <a:lnTo>
                    <a:pt x="150" y="174"/>
                  </a:lnTo>
                  <a:cubicBezTo>
                    <a:pt x="151" y="175"/>
                    <a:pt x="151" y="176"/>
                    <a:pt x="151" y="176"/>
                  </a:cubicBezTo>
                  <a:cubicBezTo>
                    <a:pt x="151" y="176"/>
                    <a:pt x="152" y="175"/>
                    <a:pt x="152" y="172"/>
                  </a:cubicBezTo>
                  <a:cubicBezTo>
                    <a:pt x="151" y="170"/>
                    <a:pt x="150" y="169"/>
                    <a:pt x="150" y="169"/>
                  </a:cubicBezTo>
                  <a:lnTo>
                    <a:pt x="150" y="169"/>
                  </a:lnTo>
                  <a:cubicBezTo>
                    <a:pt x="150" y="169"/>
                    <a:pt x="150" y="171"/>
                    <a:pt x="150" y="174"/>
                  </a:cubicBezTo>
                  <a:lnTo>
                    <a:pt x="150" y="174"/>
                  </a:lnTo>
                  <a:cubicBezTo>
                    <a:pt x="149" y="171"/>
                    <a:pt x="148" y="164"/>
                    <a:pt x="148" y="162"/>
                  </a:cubicBezTo>
                  <a:cubicBezTo>
                    <a:pt x="148" y="155"/>
                    <a:pt x="148" y="151"/>
                    <a:pt x="148" y="144"/>
                  </a:cubicBezTo>
                  <a:cubicBezTo>
                    <a:pt x="148" y="120"/>
                    <a:pt x="148" y="95"/>
                    <a:pt x="148" y="70"/>
                  </a:cubicBezTo>
                  <a:cubicBezTo>
                    <a:pt x="152" y="35"/>
                    <a:pt x="113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1"/>
            <p:cNvSpPr/>
            <p:nvPr/>
          </p:nvSpPr>
          <p:spPr>
            <a:xfrm>
              <a:off x="8003683" y="2320142"/>
              <a:ext cx="6146" cy="9338"/>
            </a:xfrm>
            <a:custGeom>
              <a:avLst/>
              <a:gdLst/>
              <a:ahLst/>
              <a:cxnLst/>
              <a:rect l="l" t="t" r="r" b="b"/>
              <a:pathLst>
                <a:path w="310" h="471" extrusionOk="0">
                  <a:moveTo>
                    <a:pt x="76" y="0"/>
                  </a:moveTo>
                  <a:cubicBezTo>
                    <a:pt x="63" y="0"/>
                    <a:pt x="52" y="3"/>
                    <a:pt x="42" y="9"/>
                  </a:cubicBezTo>
                  <a:cubicBezTo>
                    <a:pt x="7" y="33"/>
                    <a:pt x="0" y="69"/>
                    <a:pt x="18" y="107"/>
                  </a:cubicBezTo>
                  <a:cubicBezTo>
                    <a:pt x="67" y="216"/>
                    <a:pt x="120" y="325"/>
                    <a:pt x="173" y="434"/>
                  </a:cubicBezTo>
                  <a:cubicBezTo>
                    <a:pt x="182" y="458"/>
                    <a:pt x="208" y="471"/>
                    <a:pt x="234" y="471"/>
                  </a:cubicBezTo>
                  <a:cubicBezTo>
                    <a:pt x="245" y="471"/>
                    <a:pt x="257" y="468"/>
                    <a:pt x="267" y="462"/>
                  </a:cubicBezTo>
                  <a:cubicBezTo>
                    <a:pt x="303" y="438"/>
                    <a:pt x="310" y="399"/>
                    <a:pt x="292" y="364"/>
                  </a:cubicBezTo>
                  <a:cubicBezTo>
                    <a:pt x="239" y="255"/>
                    <a:pt x="190" y="146"/>
                    <a:pt x="137" y="33"/>
                  </a:cubicBezTo>
                  <a:cubicBezTo>
                    <a:pt x="128" y="12"/>
                    <a:pt x="101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1"/>
            <p:cNvSpPr/>
            <p:nvPr/>
          </p:nvSpPr>
          <p:spPr>
            <a:xfrm>
              <a:off x="8004158" y="2151317"/>
              <a:ext cx="23096" cy="84276"/>
            </a:xfrm>
            <a:custGeom>
              <a:avLst/>
              <a:gdLst/>
              <a:ahLst/>
              <a:cxnLst/>
              <a:rect l="l" t="t" r="r" b="b"/>
              <a:pathLst>
                <a:path w="1165" h="4251" extrusionOk="0">
                  <a:moveTo>
                    <a:pt x="1066" y="0"/>
                  </a:moveTo>
                  <a:cubicBezTo>
                    <a:pt x="1050" y="0"/>
                    <a:pt x="1034" y="7"/>
                    <a:pt x="1020" y="23"/>
                  </a:cubicBezTo>
                  <a:cubicBezTo>
                    <a:pt x="591" y="532"/>
                    <a:pt x="92" y="1112"/>
                    <a:pt x="29" y="1805"/>
                  </a:cubicBezTo>
                  <a:cubicBezTo>
                    <a:pt x="1" y="2118"/>
                    <a:pt x="106" y="2399"/>
                    <a:pt x="373" y="2578"/>
                  </a:cubicBezTo>
                  <a:cubicBezTo>
                    <a:pt x="507" y="2669"/>
                    <a:pt x="665" y="2729"/>
                    <a:pt x="788" y="2838"/>
                  </a:cubicBezTo>
                  <a:cubicBezTo>
                    <a:pt x="901" y="2940"/>
                    <a:pt x="974" y="3077"/>
                    <a:pt x="1003" y="3221"/>
                  </a:cubicBezTo>
                  <a:cubicBezTo>
                    <a:pt x="1038" y="3404"/>
                    <a:pt x="992" y="3569"/>
                    <a:pt x="904" y="3727"/>
                  </a:cubicBezTo>
                  <a:cubicBezTo>
                    <a:pt x="820" y="3882"/>
                    <a:pt x="732" y="4040"/>
                    <a:pt x="813" y="4212"/>
                  </a:cubicBezTo>
                  <a:cubicBezTo>
                    <a:pt x="824" y="4239"/>
                    <a:pt x="844" y="4250"/>
                    <a:pt x="865" y="4250"/>
                  </a:cubicBezTo>
                  <a:cubicBezTo>
                    <a:pt x="910" y="4250"/>
                    <a:pt x="959" y="4199"/>
                    <a:pt x="932" y="4142"/>
                  </a:cubicBezTo>
                  <a:cubicBezTo>
                    <a:pt x="866" y="3994"/>
                    <a:pt x="1024" y="3819"/>
                    <a:pt x="1083" y="3689"/>
                  </a:cubicBezTo>
                  <a:cubicBezTo>
                    <a:pt x="1140" y="3566"/>
                    <a:pt x="1164" y="3425"/>
                    <a:pt x="1150" y="3291"/>
                  </a:cubicBezTo>
                  <a:cubicBezTo>
                    <a:pt x="1129" y="3003"/>
                    <a:pt x="971" y="2775"/>
                    <a:pt x="732" y="2627"/>
                  </a:cubicBezTo>
                  <a:cubicBezTo>
                    <a:pt x="605" y="2546"/>
                    <a:pt x="465" y="2487"/>
                    <a:pt x="352" y="2385"/>
                  </a:cubicBezTo>
                  <a:cubicBezTo>
                    <a:pt x="236" y="2279"/>
                    <a:pt x="177" y="2132"/>
                    <a:pt x="166" y="1977"/>
                  </a:cubicBezTo>
                  <a:cubicBezTo>
                    <a:pt x="145" y="1650"/>
                    <a:pt x="279" y="1327"/>
                    <a:pt x="437" y="1049"/>
                  </a:cubicBezTo>
                  <a:cubicBezTo>
                    <a:pt x="627" y="712"/>
                    <a:pt x="873" y="416"/>
                    <a:pt x="1119" y="121"/>
                  </a:cubicBezTo>
                  <a:cubicBezTo>
                    <a:pt x="1164" y="70"/>
                    <a:pt x="1117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1"/>
            <p:cNvSpPr/>
            <p:nvPr/>
          </p:nvSpPr>
          <p:spPr>
            <a:xfrm>
              <a:off x="8031278" y="2192394"/>
              <a:ext cx="7296" cy="34971"/>
            </a:xfrm>
            <a:custGeom>
              <a:avLst/>
              <a:gdLst/>
              <a:ahLst/>
              <a:cxnLst/>
              <a:rect l="l" t="t" r="r" b="b"/>
              <a:pathLst>
                <a:path w="368" h="1764" extrusionOk="0">
                  <a:moveTo>
                    <a:pt x="268" y="0"/>
                  </a:moveTo>
                  <a:cubicBezTo>
                    <a:pt x="247" y="0"/>
                    <a:pt x="226" y="9"/>
                    <a:pt x="211" y="31"/>
                  </a:cubicBezTo>
                  <a:cubicBezTo>
                    <a:pt x="123" y="165"/>
                    <a:pt x="32" y="313"/>
                    <a:pt x="28" y="478"/>
                  </a:cubicBezTo>
                  <a:cubicBezTo>
                    <a:pt x="21" y="643"/>
                    <a:pt x="137" y="763"/>
                    <a:pt x="162" y="921"/>
                  </a:cubicBezTo>
                  <a:cubicBezTo>
                    <a:pt x="186" y="1054"/>
                    <a:pt x="116" y="1195"/>
                    <a:pt x="74" y="1318"/>
                  </a:cubicBezTo>
                  <a:cubicBezTo>
                    <a:pt x="32" y="1448"/>
                    <a:pt x="0" y="1585"/>
                    <a:pt x="49" y="1715"/>
                  </a:cubicBezTo>
                  <a:cubicBezTo>
                    <a:pt x="61" y="1749"/>
                    <a:pt x="89" y="1763"/>
                    <a:pt x="118" y="1763"/>
                  </a:cubicBezTo>
                  <a:cubicBezTo>
                    <a:pt x="160" y="1763"/>
                    <a:pt x="202" y="1730"/>
                    <a:pt x="183" y="1680"/>
                  </a:cubicBezTo>
                  <a:cubicBezTo>
                    <a:pt x="95" y="1434"/>
                    <a:pt x="320" y="1195"/>
                    <a:pt x="306" y="945"/>
                  </a:cubicBezTo>
                  <a:cubicBezTo>
                    <a:pt x="299" y="805"/>
                    <a:pt x="207" y="699"/>
                    <a:pt x="176" y="566"/>
                  </a:cubicBezTo>
                  <a:cubicBezTo>
                    <a:pt x="134" y="397"/>
                    <a:pt x="243" y="235"/>
                    <a:pt x="330" y="102"/>
                  </a:cubicBezTo>
                  <a:cubicBezTo>
                    <a:pt x="367" y="50"/>
                    <a:pt x="318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6" name="Google Shape;1236;p21"/>
          <p:cNvGrpSpPr/>
          <p:nvPr/>
        </p:nvGrpSpPr>
        <p:grpSpPr>
          <a:xfrm>
            <a:off x="8293636" y="170281"/>
            <a:ext cx="137078" cy="137078"/>
            <a:chOff x="2495900" y="1640275"/>
            <a:chExt cx="94050" cy="94050"/>
          </a:xfrm>
        </p:grpSpPr>
        <p:sp>
          <p:nvSpPr>
            <p:cNvPr id="1237" name="Google Shape;1237;p21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1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9" name="Google Shape;1239;p21"/>
          <p:cNvGrpSpPr/>
          <p:nvPr/>
        </p:nvGrpSpPr>
        <p:grpSpPr>
          <a:xfrm rot="-5400000">
            <a:off x="1326859" y="4585372"/>
            <a:ext cx="225985" cy="540514"/>
            <a:chOff x="5273600" y="602550"/>
            <a:chExt cx="155050" cy="370850"/>
          </a:xfrm>
        </p:grpSpPr>
        <p:sp>
          <p:nvSpPr>
            <p:cNvPr id="1240" name="Google Shape;1240;p21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1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1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1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1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1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1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1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1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1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1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1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1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1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1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1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1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1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8" name="Google Shape;1258;p21"/>
          <p:cNvGrpSpPr/>
          <p:nvPr/>
        </p:nvGrpSpPr>
        <p:grpSpPr>
          <a:xfrm rot="10800000">
            <a:off x="8778131" y="2420967"/>
            <a:ext cx="27510" cy="798273"/>
            <a:chOff x="6054850" y="1271775"/>
            <a:chExt cx="18875" cy="547700"/>
          </a:xfrm>
        </p:grpSpPr>
        <p:sp>
          <p:nvSpPr>
            <p:cNvPr id="1259" name="Google Shape;1259;p21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1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1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1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1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4" name="Google Shape;1264;p21"/>
          <p:cNvGrpSpPr/>
          <p:nvPr/>
        </p:nvGrpSpPr>
        <p:grpSpPr>
          <a:xfrm>
            <a:off x="8521629" y="1389825"/>
            <a:ext cx="540517" cy="707000"/>
            <a:chOff x="5578779" y="4244952"/>
            <a:chExt cx="403431" cy="527730"/>
          </a:xfrm>
        </p:grpSpPr>
        <p:sp>
          <p:nvSpPr>
            <p:cNvPr id="1265" name="Google Shape;1265;p21"/>
            <p:cNvSpPr/>
            <p:nvPr/>
          </p:nvSpPr>
          <p:spPr>
            <a:xfrm>
              <a:off x="5588579" y="4305767"/>
              <a:ext cx="393630" cy="466915"/>
            </a:xfrm>
            <a:custGeom>
              <a:avLst/>
              <a:gdLst/>
              <a:ahLst/>
              <a:cxnLst/>
              <a:rect l="l" t="t" r="r" b="b"/>
              <a:pathLst>
                <a:path w="12531" h="14864" extrusionOk="0">
                  <a:moveTo>
                    <a:pt x="3737" y="0"/>
                  </a:moveTo>
                  <a:lnTo>
                    <a:pt x="1" y="12161"/>
                  </a:lnTo>
                  <a:lnTo>
                    <a:pt x="8795" y="14864"/>
                  </a:lnTo>
                  <a:lnTo>
                    <a:pt x="12531" y="2703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1"/>
            <p:cNvSpPr/>
            <p:nvPr/>
          </p:nvSpPr>
          <p:spPr>
            <a:xfrm>
              <a:off x="5585281" y="4286323"/>
              <a:ext cx="393724" cy="466947"/>
            </a:xfrm>
            <a:custGeom>
              <a:avLst/>
              <a:gdLst/>
              <a:ahLst/>
              <a:cxnLst/>
              <a:rect l="l" t="t" r="r" b="b"/>
              <a:pathLst>
                <a:path w="12534" h="14865" extrusionOk="0">
                  <a:moveTo>
                    <a:pt x="3740" y="0"/>
                  </a:moveTo>
                  <a:lnTo>
                    <a:pt x="0" y="12161"/>
                  </a:lnTo>
                  <a:lnTo>
                    <a:pt x="8798" y="14864"/>
                  </a:lnTo>
                  <a:lnTo>
                    <a:pt x="12534" y="2703"/>
                  </a:lnTo>
                  <a:lnTo>
                    <a:pt x="37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1"/>
            <p:cNvSpPr/>
            <p:nvPr/>
          </p:nvSpPr>
          <p:spPr>
            <a:xfrm>
              <a:off x="5582077" y="4275391"/>
              <a:ext cx="391086" cy="458434"/>
            </a:xfrm>
            <a:custGeom>
              <a:avLst/>
              <a:gdLst/>
              <a:ahLst/>
              <a:cxnLst/>
              <a:rect l="l" t="t" r="r" b="b"/>
              <a:pathLst>
                <a:path w="12450" h="14594" extrusionOk="0">
                  <a:moveTo>
                    <a:pt x="3656" y="1"/>
                  </a:moveTo>
                  <a:lnTo>
                    <a:pt x="1" y="11891"/>
                  </a:lnTo>
                  <a:lnTo>
                    <a:pt x="8794" y="14594"/>
                  </a:lnTo>
                  <a:lnTo>
                    <a:pt x="12450" y="2700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1"/>
            <p:cNvSpPr/>
            <p:nvPr/>
          </p:nvSpPr>
          <p:spPr>
            <a:xfrm>
              <a:off x="5578779" y="4264240"/>
              <a:ext cx="388541" cy="450047"/>
            </a:xfrm>
            <a:custGeom>
              <a:avLst/>
              <a:gdLst/>
              <a:ahLst/>
              <a:cxnLst/>
              <a:rect l="l" t="t" r="r" b="b"/>
              <a:pathLst>
                <a:path w="12369" h="14327" extrusionOk="0">
                  <a:moveTo>
                    <a:pt x="3575" y="1"/>
                  </a:moveTo>
                  <a:lnTo>
                    <a:pt x="0" y="11627"/>
                  </a:lnTo>
                  <a:lnTo>
                    <a:pt x="8794" y="14326"/>
                  </a:lnTo>
                  <a:lnTo>
                    <a:pt x="12368" y="2703"/>
                  </a:lnTo>
                  <a:lnTo>
                    <a:pt x="35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1"/>
            <p:cNvSpPr/>
            <p:nvPr/>
          </p:nvSpPr>
          <p:spPr>
            <a:xfrm>
              <a:off x="5709140" y="4244952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1" y="1"/>
                  </a:moveTo>
                  <a:cubicBezTo>
                    <a:pt x="632" y="1"/>
                    <a:pt x="485" y="103"/>
                    <a:pt x="437" y="263"/>
                  </a:cubicBezTo>
                  <a:lnTo>
                    <a:pt x="61" y="1479"/>
                  </a:lnTo>
                  <a:cubicBezTo>
                    <a:pt x="1" y="1676"/>
                    <a:pt x="113" y="1887"/>
                    <a:pt x="310" y="1947"/>
                  </a:cubicBezTo>
                  <a:cubicBezTo>
                    <a:pt x="347" y="1958"/>
                    <a:pt x="383" y="1963"/>
                    <a:pt x="420" y="1963"/>
                  </a:cubicBezTo>
                  <a:cubicBezTo>
                    <a:pt x="579" y="1963"/>
                    <a:pt x="726" y="1860"/>
                    <a:pt x="778" y="1697"/>
                  </a:cubicBezTo>
                  <a:lnTo>
                    <a:pt x="1150" y="485"/>
                  </a:lnTo>
                  <a:cubicBezTo>
                    <a:pt x="1210" y="288"/>
                    <a:pt x="1098" y="77"/>
                    <a:pt x="901" y="17"/>
                  </a:cubicBezTo>
                  <a:cubicBezTo>
                    <a:pt x="864" y="6"/>
                    <a:pt x="827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1"/>
            <p:cNvSpPr/>
            <p:nvPr/>
          </p:nvSpPr>
          <p:spPr>
            <a:xfrm>
              <a:off x="5749568" y="4257392"/>
              <a:ext cx="38009" cy="61631"/>
            </a:xfrm>
            <a:custGeom>
              <a:avLst/>
              <a:gdLst/>
              <a:ahLst/>
              <a:cxnLst/>
              <a:rect l="l" t="t" r="r" b="b"/>
              <a:pathLst>
                <a:path w="1210" h="1962" extrusionOk="0">
                  <a:moveTo>
                    <a:pt x="788" y="1"/>
                  </a:moveTo>
                  <a:cubicBezTo>
                    <a:pt x="630" y="1"/>
                    <a:pt x="484" y="105"/>
                    <a:pt x="433" y="264"/>
                  </a:cubicBezTo>
                  <a:lnTo>
                    <a:pt x="60" y="1477"/>
                  </a:lnTo>
                  <a:cubicBezTo>
                    <a:pt x="0" y="1677"/>
                    <a:pt x="113" y="1885"/>
                    <a:pt x="310" y="1944"/>
                  </a:cubicBezTo>
                  <a:cubicBezTo>
                    <a:pt x="347" y="1956"/>
                    <a:pt x="385" y="1962"/>
                    <a:pt x="422" y="1962"/>
                  </a:cubicBezTo>
                  <a:cubicBezTo>
                    <a:pt x="580" y="1962"/>
                    <a:pt x="726" y="1858"/>
                    <a:pt x="777" y="1698"/>
                  </a:cubicBezTo>
                  <a:lnTo>
                    <a:pt x="1150" y="482"/>
                  </a:lnTo>
                  <a:cubicBezTo>
                    <a:pt x="1209" y="285"/>
                    <a:pt x="1100" y="78"/>
                    <a:pt x="900" y="18"/>
                  </a:cubicBezTo>
                  <a:cubicBezTo>
                    <a:pt x="863" y="6"/>
                    <a:pt x="825" y="1"/>
                    <a:pt x="7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1"/>
            <p:cNvSpPr/>
            <p:nvPr/>
          </p:nvSpPr>
          <p:spPr>
            <a:xfrm>
              <a:off x="5789965" y="4269800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1" y="1"/>
                  </a:moveTo>
                  <a:cubicBezTo>
                    <a:pt x="632" y="1"/>
                    <a:pt x="485" y="103"/>
                    <a:pt x="433" y="263"/>
                  </a:cubicBezTo>
                  <a:lnTo>
                    <a:pt x="60" y="1479"/>
                  </a:lnTo>
                  <a:cubicBezTo>
                    <a:pt x="1" y="1676"/>
                    <a:pt x="110" y="1883"/>
                    <a:pt x="310" y="1946"/>
                  </a:cubicBezTo>
                  <a:cubicBezTo>
                    <a:pt x="346" y="1957"/>
                    <a:pt x="382" y="1962"/>
                    <a:pt x="418" y="1962"/>
                  </a:cubicBezTo>
                  <a:cubicBezTo>
                    <a:pt x="577" y="1962"/>
                    <a:pt x="725" y="1858"/>
                    <a:pt x="774" y="1697"/>
                  </a:cubicBezTo>
                  <a:lnTo>
                    <a:pt x="1150" y="484"/>
                  </a:lnTo>
                  <a:cubicBezTo>
                    <a:pt x="1210" y="287"/>
                    <a:pt x="1097" y="77"/>
                    <a:pt x="900" y="17"/>
                  </a:cubicBezTo>
                  <a:cubicBezTo>
                    <a:pt x="864" y="6"/>
                    <a:pt x="827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1"/>
            <p:cNvSpPr/>
            <p:nvPr/>
          </p:nvSpPr>
          <p:spPr>
            <a:xfrm>
              <a:off x="5830393" y="4282176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2" y="0"/>
                  </a:moveTo>
                  <a:cubicBezTo>
                    <a:pt x="631" y="0"/>
                    <a:pt x="481" y="105"/>
                    <a:pt x="432" y="266"/>
                  </a:cubicBezTo>
                  <a:lnTo>
                    <a:pt x="60" y="1479"/>
                  </a:lnTo>
                  <a:cubicBezTo>
                    <a:pt x="0" y="1675"/>
                    <a:pt x="109" y="1886"/>
                    <a:pt x="306" y="1946"/>
                  </a:cubicBezTo>
                  <a:cubicBezTo>
                    <a:pt x="342" y="1957"/>
                    <a:pt x="379" y="1962"/>
                    <a:pt x="416" y="1962"/>
                  </a:cubicBezTo>
                  <a:cubicBezTo>
                    <a:pt x="576" y="1962"/>
                    <a:pt x="725" y="1860"/>
                    <a:pt x="773" y="1700"/>
                  </a:cubicBezTo>
                  <a:lnTo>
                    <a:pt x="1146" y="484"/>
                  </a:lnTo>
                  <a:cubicBezTo>
                    <a:pt x="1209" y="287"/>
                    <a:pt x="1097" y="80"/>
                    <a:pt x="900" y="17"/>
                  </a:cubicBezTo>
                  <a:cubicBezTo>
                    <a:pt x="864" y="6"/>
                    <a:pt x="828" y="0"/>
                    <a:pt x="7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1"/>
            <p:cNvSpPr/>
            <p:nvPr/>
          </p:nvSpPr>
          <p:spPr>
            <a:xfrm>
              <a:off x="5870664" y="4294615"/>
              <a:ext cx="38009" cy="61631"/>
            </a:xfrm>
            <a:custGeom>
              <a:avLst/>
              <a:gdLst/>
              <a:ahLst/>
              <a:cxnLst/>
              <a:rect l="l" t="t" r="r" b="b"/>
              <a:pathLst>
                <a:path w="1210" h="1962" extrusionOk="0">
                  <a:moveTo>
                    <a:pt x="791" y="0"/>
                  </a:moveTo>
                  <a:cubicBezTo>
                    <a:pt x="631" y="0"/>
                    <a:pt x="485" y="104"/>
                    <a:pt x="437" y="264"/>
                  </a:cubicBezTo>
                  <a:lnTo>
                    <a:pt x="64" y="1480"/>
                  </a:lnTo>
                  <a:cubicBezTo>
                    <a:pt x="1" y="1677"/>
                    <a:pt x="113" y="1884"/>
                    <a:pt x="310" y="1944"/>
                  </a:cubicBezTo>
                  <a:cubicBezTo>
                    <a:pt x="348" y="1956"/>
                    <a:pt x="385" y="1961"/>
                    <a:pt x="422" y="1961"/>
                  </a:cubicBezTo>
                  <a:cubicBezTo>
                    <a:pt x="581" y="1961"/>
                    <a:pt x="729" y="1857"/>
                    <a:pt x="778" y="1698"/>
                  </a:cubicBezTo>
                  <a:lnTo>
                    <a:pt x="1150" y="485"/>
                  </a:lnTo>
                  <a:cubicBezTo>
                    <a:pt x="1210" y="285"/>
                    <a:pt x="1101" y="77"/>
                    <a:pt x="904" y="18"/>
                  </a:cubicBezTo>
                  <a:cubicBezTo>
                    <a:pt x="866" y="6"/>
                    <a:pt x="828" y="0"/>
                    <a:pt x="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1"/>
            <p:cNvSpPr/>
            <p:nvPr/>
          </p:nvSpPr>
          <p:spPr>
            <a:xfrm>
              <a:off x="5911091" y="4306992"/>
              <a:ext cx="38009" cy="61694"/>
            </a:xfrm>
            <a:custGeom>
              <a:avLst/>
              <a:gdLst/>
              <a:ahLst/>
              <a:cxnLst/>
              <a:rect l="l" t="t" r="r" b="b"/>
              <a:pathLst>
                <a:path w="1210" h="1964" extrusionOk="0">
                  <a:moveTo>
                    <a:pt x="792" y="1"/>
                  </a:moveTo>
                  <a:cubicBezTo>
                    <a:pt x="631" y="1"/>
                    <a:pt x="485" y="103"/>
                    <a:pt x="436" y="263"/>
                  </a:cubicBezTo>
                  <a:lnTo>
                    <a:pt x="64" y="1479"/>
                  </a:lnTo>
                  <a:cubicBezTo>
                    <a:pt x="0" y="1676"/>
                    <a:pt x="113" y="1887"/>
                    <a:pt x="310" y="1947"/>
                  </a:cubicBezTo>
                  <a:cubicBezTo>
                    <a:pt x="346" y="1958"/>
                    <a:pt x="383" y="1963"/>
                    <a:pt x="419" y="1963"/>
                  </a:cubicBezTo>
                  <a:cubicBezTo>
                    <a:pt x="579" y="1963"/>
                    <a:pt x="728" y="1861"/>
                    <a:pt x="777" y="1697"/>
                  </a:cubicBezTo>
                  <a:lnTo>
                    <a:pt x="1150" y="485"/>
                  </a:lnTo>
                  <a:cubicBezTo>
                    <a:pt x="1209" y="288"/>
                    <a:pt x="1100" y="77"/>
                    <a:pt x="904" y="17"/>
                  </a:cubicBezTo>
                  <a:cubicBezTo>
                    <a:pt x="866" y="6"/>
                    <a:pt x="829" y="1"/>
                    <a:pt x="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1"/>
            <p:cNvSpPr/>
            <p:nvPr/>
          </p:nvSpPr>
          <p:spPr>
            <a:xfrm>
              <a:off x="5694345" y="4340572"/>
              <a:ext cx="225824" cy="74856"/>
            </a:xfrm>
            <a:custGeom>
              <a:avLst/>
              <a:gdLst/>
              <a:ahLst/>
              <a:cxnLst/>
              <a:rect l="l" t="t" r="r" b="b"/>
              <a:pathLst>
                <a:path w="7189" h="2383" extrusionOk="0">
                  <a:moveTo>
                    <a:pt x="168" y="1"/>
                  </a:moveTo>
                  <a:cubicBezTo>
                    <a:pt x="101" y="1"/>
                    <a:pt x="41" y="37"/>
                    <a:pt x="22" y="94"/>
                  </a:cubicBezTo>
                  <a:cubicBezTo>
                    <a:pt x="1" y="168"/>
                    <a:pt x="54" y="249"/>
                    <a:pt x="145" y="277"/>
                  </a:cubicBezTo>
                  <a:lnTo>
                    <a:pt x="6964" y="2375"/>
                  </a:lnTo>
                  <a:cubicBezTo>
                    <a:pt x="6983" y="2380"/>
                    <a:pt x="7003" y="2383"/>
                    <a:pt x="7021" y="2383"/>
                  </a:cubicBezTo>
                  <a:cubicBezTo>
                    <a:pt x="7090" y="2383"/>
                    <a:pt x="7148" y="2349"/>
                    <a:pt x="7167" y="2291"/>
                  </a:cubicBezTo>
                  <a:cubicBezTo>
                    <a:pt x="7189" y="2217"/>
                    <a:pt x="7136" y="2133"/>
                    <a:pt x="7048" y="2105"/>
                  </a:cubicBezTo>
                  <a:lnTo>
                    <a:pt x="226" y="10"/>
                  </a:lnTo>
                  <a:cubicBezTo>
                    <a:pt x="206" y="4"/>
                    <a:pt x="187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1"/>
            <p:cNvSpPr/>
            <p:nvPr/>
          </p:nvSpPr>
          <p:spPr>
            <a:xfrm>
              <a:off x="5687089" y="4364194"/>
              <a:ext cx="225919" cy="74793"/>
            </a:xfrm>
            <a:custGeom>
              <a:avLst/>
              <a:gdLst/>
              <a:ahLst/>
              <a:cxnLst/>
              <a:rect l="l" t="t" r="r" b="b"/>
              <a:pathLst>
                <a:path w="7192" h="2381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6" y="249"/>
                    <a:pt x="144" y="277"/>
                  </a:cubicBezTo>
                  <a:lnTo>
                    <a:pt x="6966" y="2372"/>
                  </a:lnTo>
                  <a:cubicBezTo>
                    <a:pt x="6986" y="2378"/>
                    <a:pt x="7005" y="2381"/>
                    <a:pt x="7024" y="2381"/>
                  </a:cubicBezTo>
                  <a:cubicBezTo>
                    <a:pt x="7091" y="2381"/>
                    <a:pt x="7150" y="2345"/>
                    <a:pt x="7166" y="2287"/>
                  </a:cubicBezTo>
                  <a:cubicBezTo>
                    <a:pt x="7191" y="2214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5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1"/>
            <p:cNvSpPr/>
            <p:nvPr/>
          </p:nvSpPr>
          <p:spPr>
            <a:xfrm>
              <a:off x="5679895" y="4387722"/>
              <a:ext cx="225824" cy="74793"/>
            </a:xfrm>
            <a:custGeom>
              <a:avLst/>
              <a:gdLst/>
              <a:ahLst/>
              <a:cxnLst/>
              <a:rect l="l" t="t" r="r" b="b"/>
              <a:pathLst>
                <a:path w="7189" h="2381" extrusionOk="0">
                  <a:moveTo>
                    <a:pt x="166" y="0"/>
                  </a:moveTo>
                  <a:cubicBezTo>
                    <a:pt x="98" y="0"/>
                    <a:pt x="41" y="36"/>
                    <a:pt x="22" y="94"/>
                  </a:cubicBezTo>
                  <a:cubicBezTo>
                    <a:pt x="1" y="168"/>
                    <a:pt x="53" y="249"/>
                    <a:pt x="141" y="277"/>
                  </a:cubicBezTo>
                  <a:lnTo>
                    <a:pt x="6963" y="2371"/>
                  </a:lnTo>
                  <a:cubicBezTo>
                    <a:pt x="6983" y="2378"/>
                    <a:pt x="7002" y="2381"/>
                    <a:pt x="7021" y="2381"/>
                  </a:cubicBezTo>
                  <a:cubicBezTo>
                    <a:pt x="7088" y="2381"/>
                    <a:pt x="7148" y="2344"/>
                    <a:pt x="7167" y="2287"/>
                  </a:cubicBezTo>
                  <a:cubicBezTo>
                    <a:pt x="7188" y="2213"/>
                    <a:pt x="7135" y="2132"/>
                    <a:pt x="7048" y="2104"/>
                  </a:cubicBezTo>
                  <a:lnTo>
                    <a:pt x="226" y="10"/>
                  </a:lnTo>
                  <a:cubicBezTo>
                    <a:pt x="205" y="3"/>
                    <a:pt x="185" y="0"/>
                    <a:pt x="1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1"/>
            <p:cNvSpPr/>
            <p:nvPr/>
          </p:nvSpPr>
          <p:spPr>
            <a:xfrm>
              <a:off x="5672608" y="4411219"/>
              <a:ext cx="225919" cy="74919"/>
            </a:xfrm>
            <a:custGeom>
              <a:avLst/>
              <a:gdLst/>
              <a:ahLst/>
              <a:cxnLst/>
              <a:rect l="l" t="t" r="r" b="b"/>
              <a:pathLst>
                <a:path w="7192" h="2385" extrusionOk="0">
                  <a:moveTo>
                    <a:pt x="167" y="1"/>
                  </a:moveTo>
                  <a:cubicBezTo>
                    <a:pt x="101" y="1"/>
                    <a:pt x="42" y="37"/>
                    <a:pt x="25" y="95"/>
                  </a:cubicBezTo>
                  <a:cubicBezTo>
                    <a:pt x="1" y="168"/>
                    <a:pt x="57" y="253"/>
                    <a:pt x="145" y="277"/>
                  </a:cubicBezTo>
                  <a:lnTo>
                    <a:pt x="6967" y="2376"/>
                  </a:lnTo>
                  <a:cubicBezTo>
                    <a:pt x="6986" y="2382"/>
                    <a:pt x="7006" y="2385"/>
                    <a:pt x="7025" y="2385"/>
                  </a:cubicBezTo>
                  <a:cubicBezTo>
                    <a:pt x="7092" y="2385"/>
                    <a:pt x="7151" y="2349"/>
                    <a:pt x="7167" y="2291"/>
                  </a:cubicBezTo>
                  <a:cubicBezTo>
                    <a:pt x="7192" y="2217"/>
                    <a:pt x="7135" y="2133"/>
                    <a:pt x="7048" y="2105"/>
                  </a:cubicBezTo>
                  <a:lnTo>
                    <a:pt x="226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1"/>
            <p:cNvSpPr/>
            <p:nvPr/>
          </p:nvSpPr>
          <p:spPr>
            <a:xfrm>
              <a:off x="5665446" y="4434872"/>
              <a:ext cx="225793" cy="74793"/>
            </a:xfrm>
            <a:custGeom>
              <a:avLst/>
              <a:gdLst/>
              <a:ahLst/>
              <a:cxnLst/>
              <a:rect l="l" t="t" r="r" b="b"/>
              <a:pathLst>
                <a:path w="7188" h="2381" extrusionOk="0">
                  <a:moveTo>
                    <a:pt x="165" y="0"/>
                  </a:moveTo>
                  <a:cubicBezTo>
                    <a:pt x="98" y="0"/>
                    <a:pt x="40" y="36"/>
                    <a:pt x="21" y="94"/>
                  </a:cubicBezTo>
                  <a:cubicBezTo>
                    <a:pt x="0" y="167"/>
                    <a:pt x="53" y="248"/>
                    <a:pt x="141" y="276"/>
                  </a:cubicBezTo>
                  <a:lnTo>
                    <a:pt x="6963" y="2371"/>
                  </a:lnTo>
                  <a:cubicBezTo>
                    <a:pt x="6982" y="2377"/>
                    <a:pt x="7002" y="2380"/>
                    <a:pt x="7021" y="2380"/>
                  </a:cubicBezTo>
                  <a:cubicBezTo>
                    <a:pt x="7088" y="2380"/>
                    <a:pt x="7147" y="2344"/>
                    <a:pt x="7167" y="2287"/>
                  </a:cubicBezTo>
                  <a:cubicBezTo>
                    <a:pt x="7188" y="2213"/>
                    <a:pt x="7135" y="2132"/>
                    <a:pt x="7044" y="2104"/>
                  </a:cubicBezTo>
                  <a:lnTo>
                    <a:pt x="225" y="9"/>
                  </a:lnTo>
                  <a:cubicBezTo>
                    <a:pt x="205" y="3"/>
                    <a:pt x="185" y="0"/>
                    <a:pt x="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1"/>
            <p:cNvSpPr/>
            <p:nvPr/>
          </p:nvSpPr>
          <p:spPr>
            <a:xfrm>
              <a:off x="5658158" y="4458369"/>
              <a:ext cx="225793" cy="74887"/>
            </a:xfrm>
            <a:custGeom>
              <a:avLst/>
              <a:gdLst/>
              <a:ahLst/>
              <a:cxnLst/>
              <a:rect l="l" t="t" r="r" b="b"/>
              <a:pathLst>
                <a:path w="7188" h="2384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3" y="252"/>
                    <a:pt x="144" y="277"/>
                  </a:cubicBezTo>
                  <a:lnTo>
                    <a:pt x="6966" y="2375"/>
                  </a:lnTo>
                  <a:cubicBezTo>
                    <a:pt x="6985" y="2381"/>
                    <a:pt x="7004" y="2383"/>
                    <a:pt x="7022" y="2383"/>
                  </a:cubicBezTo>
                  <a:cubicBezTo>
                    <a:pt x="7090" y="2383"/>
                    <a:pt x="7150" y="2349"/>
                    <a:pt x="7167" y="2291"/>
                  </a:cubicBezTo>
                  <a:cubicBezTo>
                    <a:pt x="7188" y="2217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1"/>
            <p:cNvSpPr/>
            <p:nvPr/>
          </p:nvSpPr>
          <p:spPr>
            <a:xfrm>
              <a:off x="5644462" y="4502975"/>
              <a:ext cx="225793" cy="74887"/>
            </a:xfrm>
            <a:custGeom>
              <a:avLst/>
              <a:gdLst/>
              <a:ahLst/>
              <a:cxnLst/>
              <a:rect l="l" t="t" r="r" b="b"/>
              <a:pathLst>
                <a:path w="7188" h="2384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3" y="252"/>
                    <a:pt x="144" y="277"/>
                  </a:cubicBezTo>
                  <a:lnTo>
                    <a:pt x="6963" y="2375"/>
                  </a:lnTo>
                  <a:cubicBezTo>
                    <a:pt x="6983" y="2381"/>
                    <a:pt x="7002" y="2383"/>
                    <a:pt x="7021" y="2383"/>
                  </a:cubicBezTo>
                  <a:cubicBezTo>
                    <a:pt x="7089" y="2383"/>
                    <a:pt x="7147" y="2349"/>
                    <a:pt x="7167" y="2291"/>
                  </a:cubicBezTo>
                  <a:cubicBezTo>
                    <a:pt x="7188" y="2214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1"/>
            <p:cNvSpPr/>
            <p:nvPr/>
          </p:nvSpPr>
          <p:spPr>
            <a:xfrm>
              <a:off x="5637174" y="4526534"/>
              <a:ext cx="225919" cy="74887"/>
            </a:xfrm>
            <a:custGeom>
              <a:avLst/>
              <a:gdLst/>
              <a:ahLst/>
              <a:cxnLst/>
              <a:rect l="l" t="t" r="r" b="b"/>
              <a:pathLst>
                <a:path w="7192" h="2384" extrusionOk="0">
                  <a:moveTo>
                    <a:pt x="169" y="1"/>
                  </a:moveTo>
                  <a:cubicBezTo>
                    <a:pt x="102" y="1"/>
                    <a:pt x="42" y="35"/>
                    <a:pt x="25" y="93"/>
                  </a:cubicBezTo>
                  <a:cubicBezTo>
                    <a:pt x="0" y="170"/>
                    <a:pt x="57" y="251"/>
                    <a:pt x="144" y="279"/>
                  </a:cubicBezTo>
                  <a:lnTo>
                    <a:pt x="6966" y="2374"/>
                  </a:lnTo>
                  <a:cubicBezTo>
                    <a:pt x="6986" y="2380"/>
                    <a:pt x="7006" y="2383"/>
                    <a:pt x="7025" y="2383"/>
                  </a:cubicBezTo>
                  <a:cubicBezTo>
                    <a:pt x="7092" y="2383"/>
                    <a:pt x="7150" y="2347"/>
                    <a:pt x="7167" y="2290"/>
                  </a:cubicBezTo>
                  <a:cubicBezTo>
                    <a:pt x="7191" y="2216"/>
                    <a:pt x="7139" y="2131"/>
                    <a:pt x="7047" y="2107"/>
                  </a:cubicBezTo>
                  <a:lnTo>
                    <a:pt x="225" y="9"/>
                  </a:lnTo>
                  <a:cubicBezTo>
                    <a:pt x="207" y="3"/>
                    <a:pt x="188" y="1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1"/>
            <p:cNvSpPr/>
            <p:nvPr/>
          </p:nvSpPr>
          <p:spPr>
            <a:xfrm>
              <a:off x="5629981" y="4550125"/>
              <a:ext cx="225824" cy="74793"/>
            </a:xfrm>
            <a:custGeom>
              <a:avLst/>
              <a:gdLst/>
              <a:ahLst/>
              <a:cxnLst/>
              <a:rect l="l" t="t" r="r" b="b"/>
              <a:pathLst>
                <a:path w="7189" h="2381" extrusionOk="0">
                  <a:moveTo>
                    <a:pt x="168" y="0"/>
                  </a:moveTo>
                  <a:cubicBezTo>
                    <a:pt x="101" y="0"/>
                    <a:pt x="41" y="37"/>
                    <a:pt x="22" y="94"/>
                  </a:cubicBezTo>
                  <a:cubicBezTo>
                    <a:pt x="1" y="168"/>
                    <a:pt x="54" y="249"/>
                    <a:pt x="145" y="277"/>
                  </a:cubicBezTo>
                  <a:lnTo>
                    <a:pt x="6964" y="2372"/>
                  </a:lnTo>
                  <a:cubicBezTo>
                    <a:pt x="6984" y="2378"/>
                    <a:pt x="7004" y="2381"/>
                    <a:pt x="7023" y="2381"/>
                  </a:cubicBezTo>
                  <a:cubicBezTo>
                    <a:pt x="7091" y="2381"/>
                    <a:pt x="7148" y="2345"/>
                    <a:pt x="7167" y="2287"/>
                  </a:cubicBezTo>
                  <a:cubicBezTo>
                    <a:pt x="7188" y="2213"/>
                    <a:pt x="7136" y="2133"/>
                    <a:pt x="7048" y="2104"/>
                  </a:cubicBezTo>
                  <a:lnTo>
                    <a:pt x="226" y="10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1"/>
            <p:cNvSpPr/>
            <p:nvPr/>
          </p:nvSpPr>
          <p:spPr>
            <a:xfrm>
              <a:off x="5622693" y="4573653"/>
              <a:ext cx="225919" cy="74856"/>
            </a:xfrm>
            <a:custGeom>
              <a:avLst/>
              <a:gdLst/>
              <a:ahLst/>
              <a:cxnLst/>
              <a:rect l="l" t="t" r="r" b="b"/>
              <a:pathLst>
                <a:path w="7192" h="2383" extrusionOk="0">
                  <a:moveTo>
                    <a:pt x="168" y="0"/>
                  </a:moveTo>
                  <a:cubicBezTo>
                    <a:pt x="101" y="0"/>
                    <a:pt x="42" y="36"/>
                    <a:pt x="26" y="94"/>
                  </a:cubicBezTo>
                  <a:cubicBezTo>
                    <a:pt x="1" y="167"/>
                    <a:pt x="57" y="252"/>
                    <a:pt x="145" y="276"/>
                  </a:cubicBezTo>
                  <a:lnTo>
                    <a:pt x="6967" y="2375"/>
                  </a:lnTo>
                  <a:cubicBezTo>
                    <a:pt x="6986" y="2380"/>
                    <a:pt x="7005" y="2382"/>
                    <a:pt x="7023" y="2382"/>
                  </a:cubicBezTo>
                  <a:cubicBezTo>
                    <a:pt x="7091" y="2382"/>
                    <a:pt x="7151" y="2348"/>
                    <a:pt x="7167" y="2290"/>
                  </a:cubicBezTo>
                  <a:cubicBezTo>
                    <a:pt x="7192" y="2217"/>
                    <a:pt x="7136" y="2132"/>
                    <a:pt x="7048" y="2108"/>
                  </a:cubicBezTo>
                  <a:lnTo>
                    <a:pt x="226" y="9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1"/>
            <p:cNvSpPr/>
            <p:nvPr/>
          </p:nvSpPr>
          <p:spPr>
            <a:xfrm>
              <a:off x="5615531" y="4597212"/>
              <a:ext cx="225824" cy="74856"/>
            </a:xfrm>
            <a:custGeom>
              <a:avLst/>
              <a:gdLst/>
              <a:ahLst/>
              <a:cxnLst/>
              <a:rect l="l" t="t" r="r" b="b"/>
              <a:pathLst>
                <a:path w="7189" h="2383" extrusionOk="0">
                  <a:moveTo>
                    <a:pt x="168" y="0"/>
                  </a:moveTo>
                  <a:cubicBezTo>
                    <a:pt x="99" y="0"/>
                    <a:pt x="41" y="34"/>
                    <a:pt x="22" y="92"/>
                  </a:cubicBezTo>
                  <a:cubicBezTo>
                    <a:pt x="1" y="170"/>
                    <a:pt x="53" y="250"/>
                    <a:pt x="141" y="279"/>
                  </a:cubicBezTo>
                  <a:lnTo>
                    <a:pt x="6963" y="2373"/>
                  </a:lnTo>
                  <a:cubicBezTo>
                    <a:pt x="6983" y="2380"/>
                    <a:pt x="7002" y="2383"/>
                    <a:pt x="7021" y="2383"/>
                  </a:cubicBezTo>
                  <a:cubicBezTo>
                    <a:pt x="7088" y="2383"/>
                    <a:pt x="7148" y="2346"/>
                    <a:pt x="7167" y="2289"/>
                  </a:cubicBezTo>
                  <a:cubicBezTo>
                    <a:pt x="7188" y="2215"/>
                    <a:pt x="7135" y="2134"/>
                    <a:pt x="7047" y="2106"/>
                  </a:cubicBezTo>
                  <a:lnTo>
                    <a:pt x="225" y="8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6" name="Google Shape;1286;p21"/>
          <p:cNvGrpSpPr/>
          <p:nvPr/>
        </p:nvGrpSpPr>
        <p:grpSpPr>
          <a:xfrm>
            <a:off x="319061" y="1112206"/>
            <a:ext cx="137078" cy="137078"/>
            <a:chOff x="2495900" y="1640275"/>
            <a:chExt cx="94050" cy="94050"/>
          </a:xfrm>
        </p:grpSpPr>
        <p:sp>
          <p:nvSpPr>
            <p:cNvPr id="1287" name="Google Shape;1287;p21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1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5" name="Google Shape;1355;p24"/>
          <p:cNvGrpSpPr/>
          <p:nvPr/>
        </p:nvGrpSpPr>
        <p:grpSpPr>
          <a:xfrm rot="-6192663">
            <a:off x="8504475" y="4361102"/>
            <a:ext cx="434486" cy="162937"/>
            <a:chOff x="2665615" y="3966103"/>
            <a:chExt cx="345380" cy="129514"/>
          </a:xfrm>
        </p:grpSpPr>
        <p:sp>
          <p:nvSpPr>
            <p:cNvPr id="1356" name="Google Shape;1356;p24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4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4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4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4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4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2" name="Google Shape;1362;p24"/>
          <p:cNvGrpSpPr/>
          <p:nvPr/>
        </p:nvGrpSpPr>
        <p:grpSpPr>
          <a:xfrm rot="-1207733">
            <a:off x="-242072" y="4283215"/>
            <a:ext cx="1040988" cy="486848"/>
            <a:chOff x="421595" y="3045210"/>
            <a:chExt cx="695069" cy="325041"/>
          </a:xfrm>
        </p:grpSpPr>
        <p:sp>
          <p:nvSpPr>
            <p:cNvPr id="1363" name="Google Shape;1363;p24"/>
            <p:cNvSpPr/>
            <p:nvPr/>
          </p:nvSpPr>
          <p:spPr>
            <a:xfrm>
              <a:off x="698112" y="3329473"/>
              <a:ext cx="350770" cy="40777"/>
            </a:xfrm>
            <a:custGeom>
              <a:avLst/>
              <a:gdLst/>
              <a:ahLst/>
              <a:cxnLst/>
              <a:rect l="l" t="t" r="r" b="b"/>
              <a:pathLst>
                <a:path w="13041" h="1516" extrusionOk="0">
                  <a:moveTo>
                    <a:pt x="13040" y="1"/>
                  </a:moveTo>
                  <a:lnTo>
                    <a:pt x="1" y="648"/>
                  </a:lnTo>
                  <a:lnTo>
                    <a:pt x="1" y="1516"/>
                  </a:lnTo>
                  <a:lnTo>
                    <a:pt x="13040" y="869"/>
                  </a:lnTo>
                  <a:lnTo>
                    <a:pt x="130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4"/>
            <p:cNvSpPr/>
            <p:nvPr/>
          </p:nvSpPr>
          <p:spPr>
            <a:xfrm>
              <a:off x="421595" y="3349916"/>
              <a:ext cx="276533" cy="20335"/>
            </a:xfrm>
            <a:custGeom>
              <a:avLst/>
              <a:gdLst/>
              <a:ahLst/>
              <a:cxnLst/>
              <a:rect l="l" t="t" r="r" b="b"/>
              <a:pathLst>
                <a:path w="10281" h="756" extrusionOk="0">
                  <a:moveTo>
                    <a:pt x="0" y="0"/>
                  </a:moveTo>
                  <a:lnTo>
                    <a:pt x="0" y="756"/>
                  </a:lnTo>
                  <a:lnTo>
                    <a:pt x="10281" y="756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4"/>
            <p:cNvSpPr/>
            <p:nvPr/>
          </p:nvSpPr>
          <p:spPr>
            <a:xfrm>
              <a:off x="697251" y="3045210"/>
              <a:ext cx="419413" cy="305179"/>
            </a:xfrm>
            <a:custGeom>
              <a:avLst/>
              <a:gdLst/>
              <a:ahLst/>
              <a:cxnLst/>
              <a:rect l="l" t="t" r="r" b="b"/>
              <a:pathLst>
                <a:path w="15593" h="11346" extrusionOk="0">
                  <a:moveTo>
                    <a:pt x="15592" y="0"/>
                  </a:moveTo>
                  <a:lnTo>
                    <a:pt x="2503" y="773"/>
                  </a:lnTo>
                  <a:lnTo>
                    <a:pt x="1" y="11346"/>
                  </a:lnTo>
                  <a:lnTo>
                    <a:pt x="13090" y="10572"/>
                  </a:lnTo>
                  <a:lnTo>
                    <a:pt x="155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4"/>
            <p:cNvSpPr/>
            <p:nvPr/>
          </p:nvSpPr>
          <p:spPr>
            <a:xfrm>
              <a:off x="891728" y="3174161"/>
              <a:ext cx="67432" cy="67432"/>
            </a:xfrm>
            <a:custGeom>
              <a:avLst/>
              <a:gdLst/>
              <a:ahLst/>
              <a:cxnLst/>
              <a:rect l="l" t="t" r="r" b="b"/>
              <a:pathLst>
                <a:path w="2507" h="2507" extrusionOk="0">
                  <a:moveTo>
                    <a:pt x="1252" y="0"/>
                  </a:moveTo>
                  <a:cubicBezTo>
                    <a:pt x="559" y="0"/>
                    <a:pt x="1" y="559"/>
                    <a:pt x="1" y="1255"/>
                  </a:cubicBezTo>
                  <a:cubicBezTo>
                    <a:pt x="1" y="1947"/>
                    <a:pt x="559" y="2506"/>
                    <a:pt x="1252" y="2506"/>
                  </a:cubicBezTo>
                  <a:cubicBezTo>
                    <a:pt x="1944" y="2506"/>
                    <a:pt x="2507" y="1947"/>
                    <a:pt x="2507" y="1255"/>
                  </a:cubicBezTo>
                  <a:cubicBezTo>
                    <a:pt x="2507" y="559"/>
                    <a:pt x="1944" y="0"/>
                    <a:pt x="12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7" name="Google Shape;1367;p24"/>
          <p:cNvGrpSpPr/>
          <p:nvPr/>
        </p:nvGrpSpPr>
        <p:grpSpPr>
          <a:xfrm>
            <a:off x="8608721" y="206347"/>
            <a:ext cx="225985" cy="540514"/>
            <a:chOff x="5273600" y="602550"/>
            <a:chExt cx="155050" cy="370850"/>
          </a:xfrm>
        </p:grpSpPr>
        <p:sp>
          <p:nvSpPr>
            <p:cNvPr id="1368" name="Google Shape;1368;p24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4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4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4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4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4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4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4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4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4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4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4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4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4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4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4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4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4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6" name="Google Shape;1386;p24"/>
          <p:cNvGrpSpPr/>
          <p:nvPr/>
        </p:nvGrpSpPr>
        <p:grpSpPr>
          <a:xfrm rot="5400000">
            <a:off x="699481" y="4548917"/>
            <a:ext cx="27510" cy="798273"/>
            <a:chOff x="6054850" y="1271775"/>
            <a:chExt cx="18875" cy="547700"/>
          </a:xfrm>
        </p:grpSpPr>
        <p:sp>
          <p:nvSpPr>
            <p:cNvPr id="1387" name="Google Shape;1387;p24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4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4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4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4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2" name="Google Shape;1392;p24"/>
          <p:cNvGrpSpPr/>
          <p:nvPr/>
        </p:nvGrpSpPr>
        <p:grpSpPr>
          <a:xfrm>
            <a:off x="397836" y="3719181"/>
            <a:ext cx="137078" cy="137078"/>
            <a:chOff x="2495900" y="1640275"/>
            <a:chExt cx="94050" cy="94050"/>
          </a:xfrm>
        </p:grpSpPr>
        <p:sp>
          <p:nvSpPr>
            <p:cNvPr id="1393" name="Google Shape;1393;p24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4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5" name="Google Shape;1395;p24"/>
          <p:cNvGrpSpPr/>
          <p:nvPr/>
        </p:nvGrpSpPr>
        <p:grpSpPr>
          <a:xfrm>
            <a:off x="8656665" y="3242464"/>
            <a:ext cx="570733" cy="746527"/>
            <a:chOff x="5578779" y="4244952"/>
            <a:chExt cx="403431" cy="527730"/>
          </a:xfrm>
        </p:grpSpPr>
        <p:sp>
          <p:nvSpPr>
            <p:cNvPr id="1396" name="Google Shape;1396;p24"/>
            <p:cNvSpPr/>
            <p:nvPr/>
          </p:nvSpPr>
          <p:spPr>
            <a:xfrm>
              <a:off x="5588579" y="4305767"/>
              <a:ext cx="393630" cy="466915"/>
            </a:xfrm>
            <a:custGeom>
              <a:avLst/>
              <a:gdLst/>
              <a:ahLst/>
              <a:cxnLst/>
              <a:rect l="l" t="t" r="r" b="b"/>
              <a:pathLst>
                <a:path w="12531" h="14864" extrusionOk="0">
                  <a:moveTo>
                    <a:pt x="3737" y="0"/>
                  </a:moveTo>
                  <a:lnTo>
                    <a:pt x="1" y="12161"/>
                  </a:lnTo>
                  <a:lnTo>
                    <a:pt x="8795" y="14864"/>
                  </a:lnTo>
                  <a:lnTo>
                    <a:pt x="12531" y="2703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4"/>
            <p:cNvSpPr/>
            <p:nvPr/>
          </p:nvSpPr>
          <p:spPr>
            <a:xfrm>
              <a:off x="5585281" y="4286323"/>
              <a:ext cx="393724" cy="466947"/>
            </a:xfrm>
            <a:custGeom>
              <a:avLst/>
              <a:gdLst/>
              <a:ahLst/>
              <a:cxnLst/>
              <a:rect l="l" t="t" r="r" b="b"/>
              <a:pathLst>
                <a:path w="12534" h="14865" extrusionOk="0">
                  <a:moveTo>
                    <a:pt x="3740" y="0"/>
                  </a:moveTo>
                  <a:lnTo>
                    <a:pt x="0" y="12161"/>
                  </a:lnTo>
                  <a:lnTo>
                    <a:pt x="8798" y="14864"/>
                  </a:lnTo>
                  <a:lnTo>
                    <a:pt x="12534" y="2703"/>
                  </a:lnTo>
                  <a:lnTo>
                    <a:pt x="37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4"/>
            <p:cNvSpPr/>
            <p:nvPr/>
          </p:nvSpPr>
          <p:spPr>
            <a:xfrm>
              <a:off x="5582077" y="4275391"/>
              <a:ext cx="391086" cy="458434"/>
            </a:xfrm>
            <a:custGeom>
              <a:avLst/>
              <a:gdLst/>
              <a:ahLst/>
              <a:cxnLst/>
              <a:rect l="l" t="t" r="r" b="b"/>
              <a:pathLst>
                <a:path w="12450" h="14594" extrusionOk="0">
                  <a:moveTo>
                    <a:pt x="3656" y="1"/>
                  </a:moveTo>
                  <a:lnTo>
                    <a:pt x="1" y="11891"/>
                  </a:lnTo>
                  <a:lnTo>
                    <a:pt x="8794" y="14594"/>
                  </a:lnTo>
                  <a:lnTo>
                    <a:pt x="12450" y="2700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4"/>
            <p:cNvSpPr/>
            <p:nvPr/>
          </p:nvSpPr>
          <p:spPr>
            <a:xfrm>
              <a:off x="5578779" y="4264240"/>
              <a:ext cx="388541" cy="450047"/>
            </a:xfrm>
            <a:custGeom>
              <a:avLst/>
              <a:gdLst/>
              <a:ahLst/>
              <a:cxnLst/>
              <a:rect l="l" t="t" r="r" b="b"/>
              <a:pathLst>
                <a:path w="12369" h="14327" extrusionOk="0">
                  <a:moveTo>
                    <a:pt x="3575" y="1"/>
                  </a:moveTo>
                  <a:lnTo>
                    <a:pt x="0" y="11627"/>
                  </a:lnTo>
                  <a:lnTo>
                    <a:pt x="8794" y="14326"/>
                  </a:lnTo>
                  <a:lnTo>
                    <a:pt x="12368" y="2703"/>
                  </a:lnTo>
                  <a:lnTo>
                    <a:pt x="35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4"/>
            <p:cNvSpPr/>
            <p:nvPr/>
          </p:nvSpPr>
          <p:spPr>
            <a:xfrm>
              <a:off x="5709140" y="4244952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1" y="1"/>
                  </a:moveTo>
                  <a:cubicBezTo>
                    <a:pt x="632" y="1"/>
                    <a:pt x="485" y="103"/>
                    <a:pt x="437" y="263"/>
                  </a:cubicBezTo>
                  <a:lnTo>
                    <a:pt x="61" y="1479"/>
                  </a:lnTo>
                  <a:cubicBezTo>
                    <a:pt x="1" y="1676"/>
                    <a:pt x="113" y="1887"/>
                    <a:pt x="310" y="1947"/>
                  </a:cubicBezTo>
                  <a:cubicBezTo>
                    <a:pt x="347" y="1958"/>
                    <a:pt x="383" y="1963"/>
                    <a:pt x="420" y="1963"/>
                  </a:cubicBezTo>
                  <a:cubicBezTo>
                    <a:pt x="579" y="1963"/>
                    <a:pt x="726" y="1860"/>
                    <a:pt x="778" y="1697"/>
                  </a:cubicBezTo>
                  <a:lnTo>
                    <a:pt x="1150" y="485"/>
                  </a:lnTo>
                  <a:cubicBezTo>
                    <a:pt x="1210" y="288"/>
                    <a:pt x="1098" y="77"/>
                    <a:pt x="901" y="17"/>
                  </a:cubicBezTo>
                  <a:cubicBezTo>
                    <a:pt x="864" y="6"/>
                    <a:pt x="827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4"/>
            <p:cNvSpPr/>
            <p:nvPr/>
          </p:nvSpPr>
          <p:spPr>
            <a:xfrm>
              <a:off x="5749568" y="4257392"/>
              <a:ext cx="38009" cy="61631"/>
            </a:xfrm>
            <a:custGeom>
              <a:avLst/>
              <a:gdLst/>
              <a:ahLst/>
              <a:cxnLst/>
              <a:rect l="l" t="t" r="r" b="b"/>
              <a:pathLst>
                <a:path w="1210" h="1962" extrusionOk="0">
                  <a:moveTo>
                    <a:pt x="788" y="1"/>
                  </a:moveTo>
                  <a:cubicBezTo>
                    <a:pt x="630" y="1"/>
                    <a:pt x="484" y="105"/>
                    <a:pt x="433" y="264"/>
                  </a:cubicBezTo>
                  <a:lnTo>
                    <a:pt x="60" y="1477"/>
                  </a:lnTo>
                  <a:cubicBezTo>
                    <a:pt x="0" y="1677"/>
                    <a:pt x="113" y="1885"/>
                    <a:pt x="310" y="1944"/>
                  </a:cubicBezTo>
                  <a:cubicBezTo>
                    <a:pt x="347" y="1956"/>
                    <a:pt x="385" y="1962"/>
                    <a:pt x="422" y="1962"/>
                  </a:cubicBezTo>
                  <a:cubicBezTo>
                    <a:pt x="580" y="1962"/>
                    <a:pt x="726" y="1858"/>
                    <a:pt x="777" y="1698"/>
                  </a:cubicBezTo>
                  <a:lnTo>
                    <a:pt x="1150" y="482"/>
                  </a:lnTo>
                  <a:cubicBezTo>
                    <a:pt x="1209" y="285"/>
                    <a:pt x="1100" y="78"/>
                    <a:pt x="900" y="18"/>
                  </a:cubicBezTo>
                  <a:cubicBezTo>
                    <a:pt x="863" y="6"/>
                    <a:pt x="825" y="1"/>
                    <a:pt x="7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4"/>
            <p:cNvSpPr/>
            <p:nvPr/>
          </p:nvSpPr>
          <p:spPr>
            <a:xfrm>
              <a:off x="5789965" y="4269800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1" y="1"/>
                  </a:moveTo>
                  <a:cubicBezTo>
                    <a:pt x="632" y="1"/>
                    <a:pt x="485" y="103"/>
                    <a:pt x="433" y="263"/>
                  </a:cubicBezTo>
                  <a:lnTo>
                    <a:pt x="60" y="1479"/>
                  </a:lnTo>
                  <a:cubicBezTo>
                    <a:pt x="1" y="1676"/>
                    <a:pt x="110" y="1883"/>
                    <a:pt x="310" y="1946"/>
                  </a:cubicBezTo>
                  <a:cubicBezTo>
                    <a:pt x="346" y="1957"/>
                    <a:pt x="382" y="1962"/>
                    <a:pt x="418" y="1962"/>
                  </a:cubicBezTo>
                  <a:cubicBezTo>
                    <a:pt x="577" y="1962"/>
                    <a:pt x="725" y="1858"/>
                    <a:pt x="774" y="1697"/>
                  </a:cubicBezTo>
                  <a:lnTo>
                    <a:pt x="1150" y="484"/>
                  </a:lnTo>
                  <a:cubicBezTo>
                    <a:pt x="1210" y="287"/>
                    <a:pt x="1097" y="77"/>
                    <a:pt x="900" y="17"/>
                  </a:cubicBezTo>
                  <a:cubicBezTo>
                    <a:pt x="864" y="6"/>
                    <a:pt x="827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4"/>
            <p:cNvSpPr/>
            <p:nvPr/>
          </p:nvSpPr>
          <p:spPr>
            <a:xfrm>
              <a:off x="5830393" y="4282176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2" y="0"/>
                  </a:moveTo>
                  <a:cubicBezTo>
                    <a:pt x="631" y="0"/>
                    <a:pt x="481" y="105"/>
                    <a:pt x="432" y="266"/>
                  </a:cubicBezTo>
                  <a:lnTo>
                    <a:pt x="60" y="1479"/>
                  </a:lnTo>
                  <a:cubicBezTo>
                    <a:pt x="0" y="1675"/>
                    <a:pt x="109" y="1886"/>
                    <a:pt x="306" y="1946"/>
                  </a:cubicBezTo>
                  <a:cubicBezTo>
                    <a:pt x="342" y="1957"/>
                    <a:pt x="379" y="1962"/>
                    <a:pt x="416" y="1962"/>
                  </a:cubicBezTo>
                  <a:cubicBezTo>
                    <a:pt x="576" y="1962"/>
                    <a:pt x="725" y="1860"/>
                    <a:pt x="773" y="1700"/>
                  </a:cubicBezTo>
                  <a:lnTo>
                    <a:pt x="1146" y="484"/>
                  </a:lnTo>
                  <a:cubicBezTo>
                    <a:pt x="1209" y="287"/>
                    <a:pt x="1097" y="80"/>
                    <a:pt x="900" y="17"/>
                  </a:cubicBezTo>
                  <a:cubicBezTo>
                    <a:pt x="864" y="6"/>
                    <a:pt x="828" y="0"/>
                    <a:pt x="7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4"/>
            <p:cNvSpPr/>
            <p:nvPr/>
          </p:nvSpPr>
          <p:spPr>
            <a:xfrm>
              <a:off x="5870664" y="4294615"/>
              <a:ext cx="38009" cy="61631"/>
            </a:xfrm>
            <a:custGeom>
              <a:avLst/>
              <a:gdLst/>
              <a:ahLst/>
              <a:cxnLst/>
              <a:rect l="l" t="t" r="r" b="b"/>
              <a:pathLst>
                <a:path w="1210" h="1962" extrusionOk="0">
                  <a:moveTo>
                    <a:pt x="791" y="0"/>
                  </a:moveTo>
                  <a:cubicBezTo>
                    <a:pt x="631" y="0"/>
                    <a:pt x="485" y="104"/>
                    <a:pt x="437" y="264"/>
                  </a:cubicBezTo>
                  <a:lnTo>
                    <a:pt x="64" y="1480"/>
                  </a:lnTo>
                  <a:cubicBezTo>
                    <a:pt x="1" y="1677"/>
                    <a:pt x="113" y="1884"/>
                    <a:pt x="310" y="1944"/>
                  </a:cubicBezTo>
                  <a:cubicBezTo>
                    <a:pt x="348" y="1956"/>
                    <a:pt x="385" y="1961"/>
                    <a:pt x="422" y="1961"/>
                  </a:cubicBezTo>
                  <a:cubicBezTo>
                    <a:pt x="581" y="1961"/>
                    <a:pt x="729" y="1857"/>
                    <a:pt x="778" y="1698"/>
                  </a:cubicBezTo>
                  <a:lnTo>
                    <a:pt x="1150" y="485"/>
                  </a:lnTo>
                  <a:cubicBezTo>
                    <a:pt x="1210" y="285"/>
                    <a:pt x="1101" y="77"/>
                    <a:pt x="904" y="18"/>
                  </a:cubicBezTo>
                  <a:cubicBezTo>
                    <a:pt x="866" y="6"/>
                    <a:pt x="828" y="0"/>
                    <a:pt x="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4"/>
            <p:cNvSpPr/>
            <p:nvPr/>
          </p:nvSpPr>
          <p:spPr>
            <a:xfrm>
              <a:off x="5911091" y="4306992"/>
              <a:ext cx="38009" cy="61694"/>
            </a:xfrm>
            <a:custGeom>
              <a:avLst/>
              <a:gdLst/>
              <a:ahLst/>
              <a:cxnLst/>
              <a:rect l="l" t="t" r="r" b="b"/>
              <a:pathLst>
                <a:path w="1210" h="1964" extrusionOk="0">
                  <a:moveTo>
                    <a:pt x="792" y="1"/>
                  </a:moveTo>
                  <a:cubicBezTo>
                    <a:pt x="631" y="1"/>
                    <a:pt x="485" y="103"/>
                    <a:pt x="436" y="263"/>
                  </a:cubicBezTo>
                  <a:lnTo>
                    <a:pt x="64" y="1479"/>
                  </a:lnTo>
                  <a:cubicBezTo>
                    <a:pt x="0" y="1676"/>
                    <a:pt x="113" y="1887"/>
                    <a:pt x="310" y="1947"/>
                  </a:cubicBezTo>
                  <a:cubicBezTo>
                    <a:pt x="346" y="1958"/>
                    <a:pt x="383" y="1963"/>
                    <a:pt x="419" y="1963"/>
                  </a:cubicBezTo>
                  <a:cubicBezTo>
                    <a:pt x="579" y="1963"/>
                    <a:pt x="728" y="1861"/>
                    <a:pt x="777" y="1697"/>
                  </a:cubicBezTo>
                  <a:lnTo>
                    <a:pt x="1150" y="485"/>
                  </a:lnTo>
                  <a:cubicBezTo>
                    <a:pt x="1209" y="288"/>
                    <a:pt x="1100" y="77"/>
                    <a:pt x="904" y="17"/>
                  </a:cubicBezTo>
                  <a:cubicBezTo>
                    <a:pt x="866" y="6"/>
                    <a:pt x="829" y="1"/>
                    <a:pt x="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4"/>
            <p:cNvSpPr/>
            <p:nvPr/>
          </p:nvSpPr>
          <p:spPr>
            <a:xfrm>
              <a:off x="5694345" y="4340572"/>
              <a:ext cx="225824" cy="74856"/>
            </a:xfrm>
            <a:custGeom>
              <a:avLst/>
              <a:gdLst/>
              <a:ahLst/>
              <a:cxnLst/>
              <a:rect l="l" t="t" r="r" b="b"/>
              <a:pathLst>
                <a:path w="7189" h="2383" extrusionOk="0">
                  <a:moveTo>
                    <a:pt x="168" y="1"/>
                  </a:moveTo>
                  <a:cubicBezTo>
                    <a:pt x="101" y="1"/>
                    <a:pt x="41" y="37"/>
                    <a:pt x="22" y="94"/>
                  </a:cubicBezTo>
                  <a:cubicBezTo>
                    <a:pt x="1" y="168"/>
                    <a:pt x="54" y="249"/>
                    <a:pt x="145" y="277"/>
                  </a:cubicBezTo>
                  <a:lnTo>
                    <a:pt x="6964" y="2375"/>
                  </a:lnTo>
                  <a:cubicBezTo>
                    <a:pt x="6983" y="2380"/>
                    <a:pt x="7003" y="2383"/>
                    <a:pt x="7021" y="2383"/>
                  </a:cubicBezTo>
                  <a:cubicBezTo>
                    <a:pt x="7090" y="2383"/>
                    <a:pt x="7148" y="2349"/>
                    <a:pt x="7167" y="2291"/>
                  </a:cubicBezTo>
                  <a:cubicBezTo>
                    <a:pt x="7189" y="2217"/>
                    <a:pt x="7136" y="2133"/>
                    <a:pt x="7048" y="2105"/>
                  </a:cubicBezTo>
                  <a:lnTo>
                    <a:pt x="226" y="10"/>
                  </a:lnTo>
                  <a:cubicBezTo>
                    <a:pt x="206" y="4"/>
                    <a:pt x="187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4"/>
            <p:cNvSpPr/>
            <p:nvPr/>
          </p:nvSpPr>
          <p:spPr>
            <a:xfrm>
              <a:off x="5687089" y="4364194"/>
              <a:ext cx="225919" cy="74793"/>
            </a:xfrm>
            <a:custGeom>
              <a:avLst/>
              <a:gdLst/>
              <a:ahLst/>
              <a:cxnLst/>
              <a:rect l="l" t="t" r="r" b="b"/>
              <a:pathLst>
                <a:path w="7192" h="2381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6" y="249"/>
                    <a:pt x="144" y="277"/>
                  </a:cubicBezTo>
                  <a:lnTo>
                    <a:pt x="6966" y="2372"/>
                  </a:lnTo>
                  <a:cubicBezTo>
                    <a:pt x="6986" y="2378"/>
                    <a:pt x="7005" y="2381"/>
                    <a:pt x="7024" y="2381"/>
                  </a:cubicBezTo>
                  <a:cubicBezTo>
                    <a:pt x="7091" y="2381"/>
                    <a:pt x="7150" y="2345"/>
                    <a:pt x="7166" y="2287"/>
                  </a:cubicBezTo>
                  <a:cubicBezTo>
                    <a:pt x="7191" y="2214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5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4"/>
            <p:cNvSpPr/>
            <p:nvPr/>
          </p:nvSpPr>
          <p:spPr>
            <a:xfrm>
              <a:off x="5679895" y="4387722"/>
              <a:ext cx="225824" cy="74793"/>
            </a:xfrm>
            <a:custGeom>
              <a:avLst/>
              <a:gdLst/>
              <a:ahLst/>
              <a:cxnLst/>
              <a:rect l="l" t="t" r="r" b="b"/>
              <a:pathLst>
                <a:path w="7189" h="2381" extrusionOk="0">
                  <a:moveTo>
                    <a:pt x="166" y="0"/>
                  </a:moveTo>
                  <a:cubicBezTo>
                    <a:pt x="98" y="0"/>
                    <a:pt x="41" y="36"/>
                    <a:pt x="22" y="94"/>
                  </a:cubicBezTo>
                  <a:cubicBezTo>
                    <a:pt x="1" y="168"/>
                    <a:pt x="53" y="249"/>
                    <a:pt x="141" y="277"/>
                  </a:cubicBezTo>
                  <a:lnTo>
                    <a:pt x="6963" y="2371"/>
                  </a:lnTo>
                  <a:cubicBezTo>
                    <a:pt x="6983" y="2378"/>
                    <a:pt x="7002" y="2381"/>
                    <a:pt x="7021" y="2381"/>
                  </a:cubicBezTo>
                  <a:cubicBezTo>
                    <a:pt x="7088" y="2381"/>
                    <a:pt x="7148" y="2344"/>
                    <a:pt x="7167" y="2287"/>
                  </a:cubicBezTo>
                  <a:cubicBezTo>
                    <a:pt x="7188" y="2213"/>
                    <a:pt x="7135" y="2132"/>
                    <a:pt x="7048" y="2104"/>
                  </a:cubicBezTo>
                  <a:lnTo>
                    <a:pt x="226" y="10"/>
                  </a:lnTo>
                  <a:cubicBezTo>
                    <a:pt x="205" y="3"/>
                    <a:pt x="185" y="0"/>
                    <a:pt x="1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4"/>
            <p:cNvSpPr/>
            <p:nvPr/>
          </p:nvSpPr>
          <p:spPr>
            <a:xfrm>
              <a:off x="5672608" y="4411219"/>
              <a:ext cx="225919" cy="74919"/>
            </a:xfrm>
            <a:custGeom>
              <a:avLst/>
              <a:gdLst/>
              <a:ahLst/>
              <a:cxnLst/>
              <a:rect l="l" t="t" r="r" b="b"/>
              <a:pathLst>
                <a:path w="7192" h="2385" extrusionOk="0">
                  <a:moveTo>
                    <a:pt x="167" y="1"/>
                  </a:moveTo>
                  <a:cubicBezTo>
                    <a:pt x="101" y="1"/>
                    <a:pt x="42" y="37"/>
                    <a:pt x="25" y="95"/>
                  </a:cubicBezTo>
                  <a:cubicBezTo>
                    <a:pt x="1" y="168"/>
                    <a:pt x="57" y="253"/>
                    <a:pt x="145" y="277"/>
                  </a:cubicBezTo>
                  <a:lnTo>
                    <a:pt x="6967" y="2376"/>
                  </a:lnTo>
                  <a:cubicBezTo>
                    <a:pt x="6986" y="2382"/>
                    <a:pt x="7006" y="2385"/>
                    <a:pt x="7025" y="2385"/>
                  </a:cubicBezTo>
                  <a:cubicBezTo>
                    <a:pt x="7092" y="2385"/>
                    <a:pt x="7151" y="2349"/>
                    <a:pt x="7167" y="2291"/>
                  </a:cubicBezTo>
                  <a:cubicBezTo>
                    <a:pt x="7192" y="2217"/>
                    <a:pt x="7135" y="2133"/>
                    <a:pt x="7048" y="2105"/>
                  </a:cubicBezTo>
                  <a:lnTo>
                    <a:pt x="226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4"/>
            <p:cNvSpPr/>
            <p:nvPr/>
          </p:nvSpPr>
          <p:spPr>
            <a:xfrm>
              <a:off x="5665446" y="4434872"/>
              <a:ext cx="225793" cy="74793"/>
            </a:xfrm>
            <a:custGeom>
              <a:avLst/>
              <a:gdLst/>
              <a:ahLst/>
              <a:cxnLst/>
              <a:rect l="l" t="t" r="r" b="b"/>
              <a:pathLst>
                <a:path w="7188" h="2381" extrusionOk="0">
                  <a:moveTo>
                    <a:pt x="165" y="0"/>
                  </a:moveTo>
                  <a:cubicBezTo>
                    <a:pt x="98" y="0"/>
                    <a:pt x="40" y="36"/>
                    <a:pt x="21" y="94"/>
                  </a:cubicBezTo>
                  <a:cubicBezTo>
                    <a:pt x="0" y="167"/>
                    <a:pt x="53" y="248"/>
                    <a:pt x="141" y="276"/>
                  </a:cubicBezTo>
                  <a:lnTo>
                    <a:pt x="6963" y="2371"/>
                  </a:lnTo>
                  <a:cubicBezTo>
                    <a:pt x="6982" y="2377"/>
                    <a:pt x="7002" y="2380"/>
                    <a:pt x="7021" y="2380"/>
                  </a:cubicBezTo>
                  <a:cubicBezTo>
                    <a:pt x="7088" y="2380"/>
                    <a:pt x="7147" y="2344"/>
                    <a:pt x="7167" y="2287"/>
                  </a:cubicBezTo>
                  <a:cubicBezTo>
                    <a:pt x="7188" y="2213"/>
                    <a:pt x="7135" y="2132"/>
                    <a:pt x="7044" y="2104"/>
                  </a:cubicBezTo>
                  <a:lnTo>
                    <a:pt x="225" y="9"/>
                  </a:lnTo>
                  <a:cubicBezTo>
                    <a:pt x="205" y="3"/>
                    <a:pt x="185" y="0"/>
                    <a:pt x="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4"/>
            <p:cNvSpPr/>
            <p:nvPr/>
          </p:nvSpPr>
          <p:spPr>
            <a:xfrm>
              <a:off x="5658158" y="4458369"/>
              <a:ext cx="225793" cy="74887"/>
            </a:xfrm>
            <a:custGeom>
              <a:avLst/>
              <a:gdLst/>
              <a:ahLst/>
              <a:cxnLst/>
              <a:rect l="l" t="t" r="r" b="b"/>
              <a:pathLst>
                <a:path w="7188" h="2384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3" y="252"/>
                    <a:pt x="144" y="277"/>
                  </a:cubicBezTo>
                  <a:lnTo>
                    <a:pt x="6966" y="2375"/>
                  </a:lnTo>
                  <a:cubicBezTo>
                    <a:pt x="6985" y="2381"/>
                    <a:pt x="7004" y="2383"/>
                    <a:pt x="7022" y="2383"/>
                  </a:cubicBezTo>
                  <a:cubicBezTo>
                    <a:pt x="7090" y="2383"/>
                    <a:pt x="7150" y="2349"/>
                    <a:pt x="7167" y="2291"/>
                  </a:cubicBezTo>
                  <a:cubicBezTo>
                    <a:pt x="7188" y="2217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4"/>
            <p:cNvSpPr/>
            <p:nvPr/>
          </p:nvSpPr>
          <p:spPr>
            <a:xfrm>
              <a:off x="5644462" y="4502975"/>
              <a:ext cx="225793" cy="74887"/>
            </a:xfrm>
            <a:custGeom>
              <a:avLst/>
              <a:gdLst/>
              <a:ahLst/>
              <a:cxnLst/>
              <a:rect l="l" t="t" r="r" b="b"/>
              <a:pathLst>
                <a:path w="7188" h="2384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3" y="252"/>
                    <a:pt x="144" y="277"/>
                  </a:cubicBezTo>
                  <a:lnTo>
                    <a:pt x="6963" y="2375"/>
                  </a:lnTo>
                  <a:cubicBezTo>
                    <a:pt x="6983" y="2381"/>
                    <a:pt x="7002" y="2383"/>
                    <a:pt x="7021" y="2383"/>
                  </a:cubicBezTo>
                  <a:cubicBezTo>
                    <a:pt x="7089" y="2383"/>
                    <a:pt x="7147" y="2349"/>
                    <a:pt x="7167" y="2291"/>
                  </a:cubicBezTo>
                  <a:cubicBezTo>
                    <a:pt x="7188" y="2214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4"/>
            <p:cNvSpPr/>
            <p:nvPr/>
          </p:nvSpPr>
          <p:spPr>
            <a:xfrm>
              <a:off x="5637174" y="4526534"/>
              <a:ext cx="225919" cy="74887"/>
            </a:xfrm>
            <a:custGeom>
              <a:avLst/>
              <a:gdLst/>
              <a:ahLst/>
              <a:cxnLst/>
              <a:rect l="l" t="t" r="r" b="b"/>
              <a:pathLst>
                <a:path w="7192" h="2384" extrusionOk="0">
                  <a:moveTo>
                    <a:pt x="169" y="1"/>
                  </a:moveTo>
                  <a:cubicBezTo>
                    <a:pt x="102" y="1"/>
                    <a:pt x="42" y="35"/>
                    <a:pt x="25" y="93"/>
                  </a:cubicBezTo>
                  <a:cubicBezTo>
                    <a:pt x="0" y="170"/>
                    <a:pt x="57" y="251"/>
                    <a:pt x="144" y="279"/>
                  </a:cubicBezTo>
                  <a:lnTo>
                    <a:pt x="6966" y="2374"/>
                  </a:lnTo>
                  <a:cubicBezTo>
                    <a:pt x="6986" y="2380"/>
                    <a:pt x="7006" y="2383"/>
                    <a:pt x="7025" y="2383"/>
                  </a:cubicBezTo>
                  <a:cubicBezTo>
                    <a:pt x="7092" y="2383"/>
                    <a:pt x="7150" y="2347"/>
                    <a:pt x="7167" y="2290"/>
                  </a:cubicBezTo>
                  <a:cubicBezTo>
                    <a:pt x="7191" y="2216"/>
                    <a:pt x="7139" y="2131"/>
                    <a:pt x="7047" y="2107"/>
                  </a:cubicBezTo>
                  <a:lnTo>
                    <a:pt x="225" y="9"/>
                  </a:lnTo>
                  <a:cubicBezTo>
                    <a:pt x="207" y="3"/>
                    <a:pt x="188" y="1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4"/>
            <p:cNvSpPr/>
            <p:nvPr/>
          </p:nvSpPr>
          <p:spPr>
            <a:xfrm>
              <a:off x="5629981" y="4550125"/>
              <a:ext cx="225824" cy="74793"/>
            </a:xfrm>
            <a:custGeom>
              <a:avLst/>
              <a:gdLst/>
              <a:ahLst/>
              <a:cxnLst/>
              <a:rect l="l" t="t" r="r" b="b"/>
              <a:pathLst>
                <a:path w="7189" h="2381" extrusionOk="0">
                  <a:moveTo>
                    <a:pt x="168" y="0"/>
                  </a:moveTo>
                  <a:cubicBezTo>
                    <a:pt x="101" y="0"/>
                    <a:pt x="41" y="37"/>
                    <a:pt x="22" y="94"/>
                  </a:cubicBezTo>
                  <a:cubicBezTo>
                    <a:pt x="1" y="168"/>
                    <a:pt x="54" y="249"/>
                    <a:pt x="145" y="277"/>
                  </a:cubicBezTo>
                  <a:lnTo>
                    <a:pt x="6964" y="2372"/>
                  </a:lnTo>
                  <a:cubicBezTo>
                    <a:pt x="6984" y="2378"/>
                    <a:pt x="7004" y="2381"/>
                    <a:pt x="7023" y="2381"/>
                  </a:cubicBezTo>
                  <a:cubicBezTo>
                    <a:pt x="7091" y="2381"/>
                    <a:pt x="7148" y="2345"/>
                    <a:pt x="7167" y="2287"/>
                  </a:cubicBezTo>
                  <a:cubicBezTo>
                    <a:pt x="7188" y="2213"/>
                    <a:pt x="7136" y="2133"/>
                    <a:pt x="7048" y="2104"/>
                  </a:cubicBezTo>
                  <a:lnTo>
                    <a:pt x="226" y="10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4"/>
            <p:cNvSpPr/>
            <p:nvPr/>
          </p:nvSpPr>
          <p:spPr>
            <a:xfrm>
              <a:off x="5622693" y="4573653"/>
              <a:ext cx="225919" cy="74856"/>
            </a:xfrm>
            <a:custGeom>
              <a:avLst/>
              <a:gdLst/>
              <a:ahLst/>
              <a:cxnLst/>
              <a:rect l="l" t="t" r="r" b="b"/>
              <a:pathLst>
                <a:path w="7192" h="2383" extrusionOk="0">
                  <a:moveTo>
                    <a:pt x="168" y="0"/>
                  </a:moveTo>
                  <a:cubicBezTo>
                    <a:pt x="101" y="0"/>
                    <a:pt x="42" y="36"/>
                    <a:pt x="26" y="94"/>
                  </a:cubicBezTo>
                  <a:cubicBezTo>
                    <a:pt x="1" y="167"/>
                    <a:pt x="57" y="252"/>
                    <a:pt x="145" y="276"/>
                  </a:cubicBezTo>
                  <a:lnTo>
                    <a:pt x="6967" y="2375"/>
                  </a:lnTo>
                  <a:cubicBezTo>
                    <a:pt x="6986" y="2380"/>
                    <a:pt x="7005" y="2382"/>
                    <a:pt x="7023" y="2382"/>
                  </a:cubicBezTo>
                  <a:cubicBezTo>
                    <a:pt x="7091" y="2382"/>
                    <a:pt x="7151" y="2348"/>
                    <a:pt x="7167" y="2290"/>
                  </a:cubicBezTo>
                  <a:cubicBezTo>
                    <a:pt x="7192" y="2217"/>
                    <a:pt x="7136" y="2132"/>
                    <a:pt x="7048" y="2108"/>
                  </a:cubicBezTo>
                  <a:lnTo>
                    <a:pt x="226" y="9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4"/>
            <p:cNvSpPr/>
            <p:nvPr/>
          </p:nvSpPr>
          <p:spPr>
            <a:xfrm>
              <a:off x="5615531" y="4597212"/>
              <a:ext cx="225824" cy="74856"/>
            </a:xfrm>
            <a:custGeom>
              <a:avLst/>
              <a:gdLst/>
              <a:ahLst/>
              <a:cxnLst/>
              <a:rect l="l" t="t" r="r" b="b"/>
              <a:pathLst>
                <a:path w="7189" h="2383" extrusionOk="0">
                  <a:moveTo>
                    <a:pt x="168" y="0"/>
                  </a:moveTo>
                  <a:cubicBezTo>
                    <a:pt x="99" y="0"/>
                    <a:pt x="41" y="34"/>
                    <a:pt x="22" y="92"/>
                  </a:cubicBezTo>
                  <a:cubicBezTo>
                    <a:pt x="1" y="170"/>
                    <a:pt x="53" y="250"/>
                    <a:pt x="141" y="279"/>
                  </a:cubicBezTo>
                  <a:lnTo>
                    <a:pt x="6963" y="2373"/>
                  </a:lnTo>
                  <a:cubicBezTo>
                    <a:pt x="6983" y="2380"/>
                    <a:pt x="7002" y="2383"/>
                    <a:pt x="7021" y="2383"/>
                  </a:cubicBezTo>
                  <a:cubicBezTo>
                    <a:pt x="7088" y="2383"/>
                    <a:pt x="7148" y="2346"/>
                    <a:pt x="7167" y="2289"/>
                  </a:cubicBezTo>
                  <a:cubicBezTo>
                    <a:pt x="7188" y="2215"/>
                    <a:pt x="7135" y="2134"/>
                    <a:pt x="7047" y="2106"/>
                  </a:cubicBezTo>
                  <a:lnTo>
                    <a:pt x="225" y="8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7" name="Google Shape;1417;p24"/>
          <p:cNvGrpSpPr/>
          <p:nvPr/>
        </p:nvGrpSpPr>
        <p:grpSpPr>
          <a:xfrm rot="1499786">
            <a:off x="-295990" y="3368282"/>
            <a:ext cx="733196" cy="625065"/>
            <a:chOff x="3163880" y="4192776"/>
            <a:chExt cx="466036" cy="397305"/>
          </a:xfrm>
        </p:grpSpPr>
        <p:sp>
          <p:nvSpPr>
            <p:cNvPr id="1418" name="Google Shape;1418;p24"/>
            <p:cNvSpPr/>
            <p:nvPr/>
          </p:nvSpPr>
          <p:spPr>
            <a:xfrm>
              <a:off x="3191366" y="4209707"/>
              <a:ext cx="391211" cy="348899"/>
            </a:xfrm>
            <a:custGeom>
              <a:avLst/>
              <a:gdLst/>
              <a:ahLst/>
              <a:cxnLst/>
              <a:rect l="l" t="t" r="r" b="b"/>
              <a:pathLst>
                <a:path w="12454" h="11107" extrusionOk="0">
                  <a:moveTo>
                    <a:pt x="1621" y="0"/>
                  </a:moveTo>
                  <a:lnTo>
                    <a:pt x="1" y="1912"/>
                  </a:lnTo>
                  <a:lnTo>
                    <a:pt x="10833" y="11107"/>
                  </a:lnTo>
                  <a:lnTo>
                    <a:pt x="12453" y="9198"/>
                  </a:lnTo>
                  <a:lnTo>
                    <a:pt x="16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4"/>
            <p:cNvSpPr/>
            <p:nvPr/>
          </p:nvSpPr>
          <p:spPr>
            <a:xfrm>
              <a:off x="3206821" y="4227801"/>
              <a:ext cx="360270" cy="312492"/>
            </a:xfrm>
            <a:custGeom>
              <a:avLst/>
              <a:gdLst/>
              <a:ahLst/>
              <a:cxnLst/>
              <a:rect l="l" t="t" r="r" b="b"/>
              <a:pathLst>
                <a:path w="11469" h="9948" extrusionOk="0">
                  <a:moveTo>
                    <a:pt x="637" y="1"/>
                  </a:moveTo>
                  <a:lnTo>
                    <a:pt x="1" y="749"/>
                  </a:lnTo>
                  <a:lnTo>
                    <a:pt x="10836" y="9947"/>
                  </a:lnTo>
                  <a:lnTo>
                    <a:pt x="11469" y="9199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4"/>
            <p:cNvSpPr/>
            <p:nvPr/>
          </p:nvSpPr>
          <p:spPr>
            <a:xfrm>
              <a:off x="3531186" y="4497854"/>
              <a:ext cx="98729" cy="92227"/>
            </a:xfrm>
            <a:custGeom>
              <a:avLst/>
              <a:gdLst/>
              <a:ahLst/>
              <a:cxnLst/>
              <a:rect l="l" t="t" r="r" b="b"/>
              <a:pathLst>
                <a:path w="3143" h="2936" extrusionOk="0">
                  <a:moveTo>
                    <a:pt x="1621" y="1"/>
                  </a:moveTo>
                  <a:lnTo>
                    <a:pt x="1" y="1909"/>
                  </a:lnTo>
                  <a:lnTo>
                    <a:pt x="3143" y="293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4"/>
            <p:cNvSpPr/>
            <p:nvPr/>
          </p:nvSpPr>
          <p:spPr>
            <a:xfrm>
              <a:off x="3594451" y="4556941"/>
              <a:ext cx="35465" cy="33140"/>
            </a:xfrm>
            <a:custGeom>
              <a:avLst/>
              <a:gdLst/>
              <a:ahLst/>
              <a:cxnLst/>
              <a:rect l="l" t="t" r="r" b="b"/>
              <a:pathLst>
                <a:path w="1129" h="1055" extrusionOk="0">
                  <a:moveTo>
                    <a:pt x="584" y="0"/>
                  </a:moveTo>
                  <a:lnTo>
                    <a:pt x="1" y="685"/>
                  </a:lnTo>
                  <a:lnTo>
                    <a:pt x="1129" y="1054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4"/>
            <p:cNvSpPr/>
            <p:nvPr/>
          </p:nvSpPr>
          <p:spPr>
            <a:xfrm>
              <a:off x="3163880" y="4192776"/>
              <a:ext cx="70678" cy="70050"/>
            </a:xfrm>
            <a:custGeom>
              <a:avLst/>
              <a:gdLst/>
              <a:ahLst/>
              <a:cxnLst/>
              <a:rect l="l" t="t" r="r" b="b"/>
              <a:pathLst>
                <a:path w="2250" h="2230" extrusionOk="0">
                  <a:moveTo>
                    <a:pt x="1391" y="0"/>
                  </a:moveTo>
                  <a:cubicBezTo>
                    <a:pt x="1036" y="0"/>
                    <a:pt x="688" y="146"/>
                    <a:pt x="447" y="434"/>
                  </a:cubicBezTo>
                  <a:cubicBezTo>
                    <a:pt x="0" y="961"/>
                    <a:pt x="78" y="1762"/>
                    <a:pt x="626" y="2230"/>
                  </a:cubicBezTo>
                  <a:lnTo>
                    <a:pt x="2250" y="318"/>
                  </a:lnTo>
                  <a:cubicBezTo>
                    <a:pt x="1998" y="105"/>
                    <a:pt x="1692" y="0"/>
                    <a:pt x="1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4"/>
            <p:cNvSpPr/>
            <p:nvPr/>
          </p:nvSpPr>
          <p:spPr>
            <a:xfrm>
              <a:off x="3178015" y="4197111"/>
              <a:ext cx="87798" cy="92541"/>
            </a:xfrm>
            <a:custGeom>
              <a:avLst/>
              <a:gdLst/>
              <a:ahLst/>
              <a:cxnLst/>
              <a:rect l="l" t="t" r="r" b="b"/>
              <a:pathLst>
                <a:path w="2795" h="2946" extrusionOk="0">
                  <a:moveTo>
                    <a:pt x="1747" y="1"/>
                  </a:moveTo>
                  <a:lnTo>
                    <a:pt x="0" y="2057"/>
                  </a:lnTo>
                  <a:lnTo>
                    <a:pt x="1051" y="2946"/>
                  </a:lnTo>
                  <a:lnTo>
                    <a:pt x="2794" y="890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4" name="Google Shape;1424;p24"/>
          <p:cNvGrpSpPr/>
          <p:nvPr/>
        </p:nvGrpSpPr>
        <p:grpSpPr>
          <a:xfrm>
            <a:off x="8514636" y="4888331"/>
            <a:ext cx="137078" cy="137078"/>
            <a:chOff x="2495900" y="1640275"/>
            <a:chExt cx="94050" cy="94050"/>
          </a:xfrm>
        </p:grpSpPr>
        <p:sp>
          <p:nvSpPr>
            <p:cNvPr id="1425" name="Google Shape;1425;p24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4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7" name="Google Shape;1427;p24"/>
          <p:cNvGrpSpPr/>
          <p:nvPr/>
        </p:nvGrpSpPr>
        <p:grpSpPr>
          <a:xfrm rot="4906734">
            <a:off x="33849" y="87444"/>
            <a:ext cx="758002" cy="497449"/>
            <a:chOff x="3192474" y="3800142"/>
            <a:chExt cx="670311" cy="439901"/>
          </a:xfrm>
        </p:grpSpPr>
        <p:sp>
          <p:nvSpPr>
            <p:cNvPr id="1428" name="Google Shape;1428;p24"/>
            <p:cNvSpPr/>
            <p:nvPr/>
          </p:nvSpPr>
          <p:spPr>
            <a:xfrm>
              <a:off x="3531195" y="3967854"/>
              <a:ext cx="27643" cy="42313"/>
            </a:xfrm>
            <a:custGeom>
              <a:avLst/>
              <a:gdLst/>
              <a:ahLst/>
              <a:cxnLst/>
              <a:rect l="l" t="t" r="r" b="b"/>
              <a:pathLst>
                <a:path w="880" h="1347" extrusionOk="0">
                  <a:moveTo>
                    <a:pt x="704" y="1"/>
                  </a:moveTo>
                  <a:lnTo>
                    <a:pt x="1" y="1248"/>
                  </a:lnTo>
                  <a:lnTo>
                    <a:pt x="177" y="1347"/>
                  </a:lnTo>
                  <a:lnTo>
                    <a:pt x="880" y="99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4"/>
            <p:cNvSpPr/>
            <p:nvPr/>
          </p:nvSpPr>
          <p:spPr>
            <a:xfrm>
              <a:off x="3564869" y="3986732"/>
              <a:ext cx="27517" cy="42313"/>
            </a:xfrm>
            <a:custGeom>
              <a:avLst/>
              <a:gdLst/>
              <a:ahLst/>
              <a:cxnLst/>
              <a:rect l="l" t="t" r="r" b="b"/>
              <a:pathLst>
                <a:path w="876" h="1347" extrusionOk="0">
                  <a:moveTo>
                    <a:pt x="704" y="1"/>
                  </a:moveTo>
                  <a:lnTo>
                    <a:pt x="1" y="1248"/>
                  </a:lnTo>
                  <a:lnTo>
                    <a:pt x="177" y="1347"/>
                  </a:lnTo>
                  <a:lnTo>
                    <a:pt x="876" y="95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4"/>
            <p:cNvSpPr/>
            <p:nvPr/>
          </p:nvSpPr>
          <p:spPr>
            <a:xfrm>
              <a:off x="3598763" y="4005831"/>
              <a:ext cx="27517" cy="42313"/>
            </a:xfrm>
            <a:custGeom>
              <a:avLst/>
              <a:gdLst/>
              <a:ahLst/>
              <a:cxnLst/>
              <a:rect l="l" t="t" r="r" b="b"/>
              <a:pathLst>
                <a:path w="876" h="1347" extrusionOk="0">
                  <a:moveTo>
                    <a:pt x="700" y="1"/>
                  </a:moveTo>
                  <a:lnTo>
                    <a:pt x="1" y="1248"/>
                  </a:lnTo>
                  <a:lnTo>
                    <a:pt x="173" y="1347"/>
                  </a:lnTo>
                  <a:lnTo>
                    <a:pt x="876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4"/>
            <p:cNvSpPr/>
            <p:nvPr/>
          </p:nvSpPr>
          <p:spPr>
            <a:xfrm>
              <a:off x="3632437" y="4024710"/>
              <a:ext cx="27643" cy="42438"/>
            </a:xfrm>
            <a:custGeom>
              <a:avLst/>
              <a:gdLst/>
              <a:ahLst/>
              <a:cxnLst/>
              <a:rect l="l" t="t" r="r" b="b"/>
              <a:pathLst>
                <a:path w="880" h="1351" extrusionOk="0">
                  <a:moveTo>
                    <a:pt x="704" y="1"/>
                  </a:moveTo>
                  <a:lnTo>
                    <a:pt x="1" y="1252"/>
                  </a:lnTo>
                  <a:lnTo>
                    <a:pt x="177" y="1350"/>
                  </a:lnTo>
                  <a:lnTo>
                    <a:pt x="879" y="99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4"/>
            <p:cNvSpPr/>
            <p:nvPr/>
          </p:nvSpPr>
          <p:spPr>
            <a:xfrm>
              <a:off x="3192474" y="3800142"/>
              <a:ext cx="670311" cy="439901"/>
            </a:xfrm>
            <a:custGeom>
              <a:avLst/>
              <a:gdLst/>
              <a:ahLst/>
              <a:cxnLst/>
              <a:rect l="l" t="t" r="r" b="b"/>
              <a:pathLst>
                <a:path w="21339" h="14004" extrusionOk="0">
                  <a:moveTo>
                    <a:pt x="1875" y="0"/>
                  </a:moveTo>
                  <a:cubicBezTo>
                    <a:pt x="1739" y="0"/>
                    <a:pt x="1607" y="70"/>
                    <a:pt x="1537" y="194"/>
                  </a:cubicBezTo>
                  <a:lnTo>
                    <a:pt x="103" y="2746"/>
                  </a:lnTo>
                  <a:cubicBezTo>
                    <a:pt x="1" y="2932"/>
                    <a:pt x="71" y="3171"/>
                    <a:pt x="264" y="3280"/>
                  </a:cubicBezTo>
                  <a:lnTo>
                    <a:pt x="19261" y="13951"/>
                  </a:lnTo>
                  <a:cubicBezTo>
                    <a:pt x="19325" y="13987"/>
                    <a:pt x="19395" y="14004"/>
                    <a:pt x="19463" y="14004"/>
                  </a:cubicBezTo>
                  <a:cubicBezTo>
                    <a:pt x="19601" y="14004"/>
                    <a:pt x="19732" y="13934"/>
                    <a:pt x="19803" y="13810"/>
                  </a:cubicBezTo>
                  <a:lnTo>
                    <a:pt x="21233" y="11255"/>
                  </a:lnTo>
                  <a:cubicBezTo>
                    <a:pt x="21338" y="11072"/>
                    <a:pt x="21265" y="10833"/>
                    <a:pt x="21075" y="10724"/>
                  </a:cubicBezTo>
                  <a:lnTo>
                    <a:pt x="2074" y="53"/>
                  </a:lnTo>
                  <a:cubicBezTo>
                    <a:pt x="2011" y="17"/>
                    <a:pt x="1943" y="0"/>
                    <a:pt x="18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4"/>
            <p:cNvSpPr/>
            <p:nvPr/>
          </p:nvSpPr>
          <p:spPr>
            <a:xfrm>
              <a:off x="3666112" y="4043935"/>
              <a:ext cx="27643" cy="42407"/>
            </a:xfrm>
            <a:custGeom>
              <a:avLst/>
              <a:gdLst/>
              <a:ahLst/>
              <a:cxnLst/>
              <a:rect l="l" t="t" r="r" b="b"/>
              <a:pathLst>
                <a:path w="880" h="1350" extrusionOk="0">
                  <a:moveTo>
                    <a:pt x="704" y="0"/>
                  </a:moveTo>
                  <a:lnTo>
                    <a:pt x="1" y="1251"/>
                  </a:lnTo>
                  <a:lnTo>
                    <a:pt x="177" y="1350"/>
                  </a:lnTo>
                  <a:lnTo>
                    <a:pt x="879" y="99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4"/>
            <p:cNvSpPr/>
            <p:nvPr/>
          </p:nvSpPr>
          <p:spPr>
            <a:xfrm>
              <a:off x="3699911" y="4062594"/>
              <a:ext cx="27612" cy="42313"/>
            </a:xfrm>
            <a:custGeom>
              <a:avLst/>
              <a:gdLst/>
              <a:ahLst/>
              <a:cxnLst/>
              <a:rect l="l" t="t" r="r" b="b"/>
              <a:pathLst>
                <a:path w="879" h="1347" extrusionOk="0">
                  <a:moveTo>
                    <a:pt x="703" y="0"/>
                  </a:moveTo>
                  <a:lnTo>
                    <a:pt x="0" y="1248"/>
                  </a:lnTo>
                  <a:lnTo>
                    <a:pt x="176" y="1346"/>
                  </a:lnTo>
                  <a:lnTo>
                    <a:pt x="879" y="9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4"/>
            <p:cNvSpPr/>
            <p:nvPr/>
          </p:nvSpPr>
          <p:spPr>
            <a:xfrm>
              <a:off x="3733680" y="4081473"/>
              <a:ext cx="27643" cy="42407"/>
            </a:xfrm>
            <a:custGeom>
              <a:avLst/>
              <a:gdLst/>
              <a:ahLst/>
              <a:cxnLst/>
              <a:rect l="l" t="t" r="r" b="b"/>
              <a:pathLst>
                <a:path w="880" h="1350" extrusionOk="0">
                  <a:moveTo>
                    <a:pt x="704" y="0"/>
                  </a:moveTo>
                  <a:lnTo>
                    <a:pt x="1" y="1251"/>
                  </a:lnTo>
                  <a:lnTo>
                    <a:pt x="177" y="1350"/>
                  </a:lnTo>
                  <a:lnTo>
                    <a:pt x="879" y="99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4"/>
            <p:cNvSpPr/>
            <p:nvPr/>
          </p:nvSpPr>
          <p:spPr>
            <a:xfrm>
              <a:off x="3767700" y="4100791"/>
              <a:ext cx="27612" cy="42313"/>
            </a:xfrm>
            <a:custGeom>
              <a:avLst/>
              <a:gdLst/>
              <a:ahLst/>
              <a:cxnLst/>
              <a:rect l="l" t="t" r="r" b="b"/>
              <a:pathLst>
                <a:path w="879" h="1347" extrusionOk="0">
                  <a:moveTo>
                    <a:pt x="703" y="0"/>
                  </a:moveTo>
                  <a:lnTo>
                    <a:pt x="0" y="1248"/>
                  </a:lnTo>
                  <a:lnTo>
                    <a:pt x="176" y="1346"/>
                  </a:lnTo>
                  <a:lnTo>
                    <a:pt x="879" y="95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4"/>
            <p:cNvSpPr/>
            <p:nvPr/>
          </p:nvSpPr>
          <p:spPr>
            <a:xfrm>
              <a:off x="3801374" y="4119544"/>
              <a:ext cx="27517" cy="42438"/>
            </a:xfrm>
            <a:custGeom>
              <a:avLst/>
              <a:gdLst/>
              <a:ahLst/>
              <a:cxnLst/>
              <a:rect l="l" t="t" r="r" b="b"/>
              <a:pathLst>
                <a:path w="876" h="1351" extrusionOk="0">
                  <a:moveTo>
                    <a:pt x="700" y="1"/>
                  </a:moveTo>
                  <a:lnTo>
                    <a:pt x="0" y="1252"/>
                  </a:lnTo>
                  <a:lnTo>
                    <a:pt x="172" y="1350"/>
                  </a:lnTo>
                  <a:lnTo>
                    <a:pt x="875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4"/>
            <p:cNvSpPr/>
            <p:nvPr/>
          </p:nvSpPr>
          <p:spPr>
            <a:xfrm>
              <a:off x="3261047" y="3816477"/>
              <a:ext cx="27643" cy="42344"/>
            </a:xfrm>
            <a:custGeom>
              <a:avLst/>
              <a:gdLst/>
              <a:ahLst/>
              <a:cxnLst/>
              <a:rect l="l" t="t" r="r" b="b"/>
              <a:pathLst>
                <a:path w="880" h="1348" extrusionOk="0">
                  <a:moveTo>
                    <a:pt x="703" y="1"/>
                  </a:moveTo>
                  <a:lnTo>
                    <a:pt x="0" y="1249"/>
                  </a:lnTo>
                  <a:lnTo>
                    <a:pt x="176" y="1347"/>
                  </a:lnTo>
                  <a:lnTo>
                    <a:pt x="879" y="99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4"/>
            <p:cNvSpPr/>
            <p:nvPr/>
          </p:nvSpPr>
          <p:spPr>
            <a:xfrm>
              <a:off x="3294941" y="3834916"/>
              <a:ext cx="27517" cy="42438"/>
            </a:xfrm>
            <a:custGeom>
              <a:avLst/>
              <a:gdLst/>
              <a:ahLst/>
              <a:cxnLst/>
              <a:rect l="l" t="t" r="r" b="b"/>
              <a:pathLst>
                <a:path w="876" h="1351" extrusionOk="0">
                  <a:moveTo>
                    <a:pt x="700" y="1"/>
                  </a:moveTo>
                  <a:lnTo>
                    <a:pt x="0" y="1252"/>
                  </a:lnTo>
                  <a:lnTo>
                    <a:pt x="173" y="1350"/>
                  </a:lnTo>
                  <a:lnTo>
                    <a:pt x="876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4"/>
            <p:cNvSpPr/>
            <p:nvPr/>
          </p:nvSpPr>
          <p:spPr>
            <a:xfrm>
              <a:off x="3328396" y="3854235"/>
              <a:ext cx="27643" cy="42438"/>
            </a:xfrm>
            <a:custGeom>
              <a:avLst/>
              <a:gdLst/>
              <a:ahLst/>
              <a:cxnLst/>
              <a:rect l="l" t="t" r="r" b="b"/>
              <a:pathLst>
                <a:path w="880" h="1351" extrusionOk="0">
                  <a:moveTo>
                    <a:pt x="703" y="1"/>
                  </a:moveTo>
                  <a:lnTo>
                    <a:pt x="0" y="1252"/>
                  </a:lnTo>
                  <a:lnTo>
                    <a:pt x="176" y="1351"/>
                  </a:lnTo>
                  <a:lnTo>
                    <a:pt x="879" y="99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4"/>
            <p:cNvSpPr/>
            <p:nvPr/>
          </p:nvSpPr>
          <p:spPr>
            <a:xfrm>
              <a:off x="3362290" y="3872894"/>
              <a:ext cx="27517" cy="42344"/>
            </a:xfrm>
            <a:custGeom>
              <a:avLst/>
              <a:gdLst/>
              <a:ahLst/>
              <a:cxnLst/>
              <a:rect l="l" t="t" r="r" b="b"/>
              <a:pathLst>
                <a:path w="876" h="1348" extrusionOk="0">
                  <a:moveTo>
                    <a:pt x="700" y="1"/>
                  </a:moveTo>
                  <a:lnTo>
                    <a:pt x="0" y="1249"/>
                  </a:lnTo>
                  <a:lnTo>
                    <a:pt x="173" y="1347"/>
                  </a:lnTo>
                  <a:lnTo>
                    <a:pt x="876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4"/>
            <p:cNvSpPr/>
            <p:nvPr/>
          </p:nvSpPr>
          <p:spPr>
            <a:xfrm>
              <a:off x="3396058" y="3891992"/>
              <a:ext cx="27643" cy="42438"/>
            </a:xfrm>
            <a:custGeom>
              <a:avLst/>
              <a:gdLst/>
              <a:ahLst/>
              <a:cxnLst/>
              <a:rect l="l" t="t" r="r" b="b"/>
              <a:pathLst>
                <a:path w="880" h="1351" extrusionOk="0">
                  <a:moveTo>
                    <a:pt x="704" y="1"/>
                  </a:moveTo>
                  <a:lnTo>
                    <a:pt x="1" y="1252"/>
                  </a:lnTo>
                  <a:lnTo>
                    <a:pt x="177" y="1351"/>
                  </a:lnTo>
                  <a:lnTo>
                    <a:pt x="880" y="99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4"/>
            <p:cNvSpPr/>
            <p:nvPr/>
          </p:nvSpPr>
          <p:spPr>
            <a:xfrm>
              <a:off x="3429952" y="3910997"/>
              <a:ext cx="27643" cy="42313"/>
            </a:xfrm>
            <a:custGeom>
              <a:avLst/>
              <a:gdLst/>
              <a:ahLst/>
              <a:cxnLst/>
              <a:rect l="l" t="t" r="r" b="b"/>
              <a:pathLst>
                <a:path w="880" h="1347" extrusionOk="0">
                  <a:moveTo>
                    <a:pt x="704" y="0"/>
                  </a:moveTo>
                  <a:lnTo>
                    <a:pt x="1" y="1248"/>
                  </a:lnTo>
                  <a:lnTo>
                    <a:pt x="177" y="1347"/>
                  </a:lnTo>
                  <a:lnTo>
                    <a:pt x="880" y="99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4"/>
            <p:cNvSpPr/>
            <p:nvPr/>
          </p:nvSpPr>
          <p:spPr>
            <a:xfrm>
              <a:off x="3463752" y="3930096"/>
              <a:ext cx="27643" cy="42313"/>
            </a:xfrm>
            <a:custGeom>
              <a:avLst/>
              <a:gdLst/>
              <a:ahLst/>
              <a:cxnLst/>
              <a:rect l="l" t="t" r="r" b="b"/>
              <a:pathLst>
                <a:path w="880" h="1347" extrusionOk="0">
                  <a:moveTo>
                    <a:pt x="703" y="1"/>
                  </a:moveTo>
                  <a:lnTo>
                    <a:pt x="0" y="1248"/>
                  </a:lnTo>
                  <a:lnTo>
                    <a:pt x="176" y="1347"/>
                  </a:lnTo>
                  <a:lnTo>
                    <a:pt x="879" y="99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4"/>
            <p:cNvSpPr/>
            <p:nvPr/>
          </p:nvSpPr>
          <p:spPr>
            <a:xfrm>
              <a:off x="3497426" y="3949194"/>
              <a:ext cx="27517" cy="42438"/>
            </a:xfrm>
            <a:custGeom>
              <a:avLst/>
              <a:gdLst/>
              <a:ahLst/>
              <a:cxnLst/>
              <a:rect l="l" t="t" r="r" b="b"/>
              <a:pathLst>
                <a:path w="876" h="1351" extrusionOk="0">
                  <a:moveTo>
                    <a:pt x="700" y="1"/>
                  </a:moveTo>
                  <a:lnTo>
                    <a:pt x="0" y="1252"/>
                  </a:lnTo>
                  <a:lnTo>
                    <a:pt x="173" y="1350"/>
                  </a:lnTo>
                  <a:lnTo>
                    <a:pt x="875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4"/>
            <p:cNvSpPr/>
            <p:nvPr/>
          </p:nvSpPr>
          <p:spPr>
            <a:xfrm>
              <a:off x="3557142" y="3978000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8" y="1"/>
                  </a:moveTo>
                  <a:lnTo>
                    <a:pt x="1" y="809"/>
                  </a:lnTo>
                  <a:lnTo>
                    <a:pt x="110" y="873"/>
                  </a:lnTo>
                  <a:lnTo>
                    <a:pt x="563" y="61"/>
                  </a:lnTo>
                  <a:lnTo>
                    <a:pt x="4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4"/>
            <p:cNvSpPr/>
            <p:nvPr/>
          </p:nvSpPr>
          <p:spPr>
            <a:xfrm>
              <a:off x="3590941" y="3997004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0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4"/>
            <p:cNvSpPr/>
            <p:nvPr/>
          </p:nvSpPr>
          <p:spPr>
            <a:xfrm>
              <a:off x="3624490" y="4015883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4" y="0"/>
                  </a:moveTo>
                  <a:lnTo>
                    <a:pt x="1" y="809"/>
                  </a:lnTo>
                  <a:lnTo>
                    <a:pt x="110" y="872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4"/>
            <p:cNvSpPr/>
            <p:nvPr/>
          </p:nvSpPr>
          <p:spPr>
            <a:xfrm>
              <a:off x="3658510" y="4034982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0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4"/>
            <p:cNvSpPr/>
            <p:nvPr/>
          </p:nvSpPr>
          <p:spPr>
            <a:xfrm>
              <a:off x="3692184" y="4053735"/>
              <a:ext cx="17685" cy="27423"/>
            </a:xfrm>
            <a:custGeom>
              <a:avLst/>
              <a:gdLst/>
              <a:ahLst/>
              <a:cxnLst/>
              <a:rect l="l" t="t" r="r" b="b"/>
              <a:pathLst>
                <a:path w="563" h="873" extrusionOk="0">
                  <a:moveTo>
                    <a:pt x="454" y="1"/>
                  </a:moveTo>
                  <a:lnTo>
                    <a:pt x="0" y="813"/>
                  </a:lnTo>
                  <a:lnTo>
                    <a:pt x="109" y="873"/>
                  </a:lnTo>
                  <a:lnTo>
                    <a:pt x="563" y="64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4"/>
            <p:cNvSpPr/>
            <p:nvPr/>
          </p:nvSpPr>
          <p:spPr>
            <a:xfrm>
              <a:off x="3725732" y="4072646"/>
              <a:ext cx="17717" cy="27297"/>
            </a:xfrm>
            <a:custGeom>
              <a:avLst/>
              <a:gdLst/>
              <a:ahLst/>
              <a:cxnLst/>
              <a:rect l="l" t="t" r="r" b="b"/>
              <a:pathLst>
                <a:path w="564" h="869" extrusionOk="0">
                  <a:moveTo>
                    <a:pt x="454" y="0"/>
                  </a:moveTo>
                  <a:lnTo>
                    <a:pt x="1" y="808"/>
                  </a:lnTo>
                  <a:lnTo>
                    <a:pt x="110" y="868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4"/>
            <p:cNvSpPr/>
            <p:nvPr/>
          </p:nvSpPr>
          <p:spPr>
            <a:xfrm>
              <a:off x="3759752" y="4091964"/>
              <a:ext cx="17811" cy="27297"/>
            </a:xfrm>
            <a:custGeom>
              <a:avLst/>
              <a:gdLst/>
              <a:ahLst/>
              <a:cxnLst/>
              <a:rect l="l" t="t" r="r" b="b"/>
              <a:pathLst>
                <a:path w="567" h="869" extrusionOk="0">
                  <a:moveTo>
                    <a:pt x="457" y="0"/>
                  </a:moveTo>
                  <a:lnTo>
                    <a:pt x="0" y="808"/>
                  </a:lnTo>
                  <a:lnTo>
                    <a:pt x="109" y="868"/>
                  </a:lnTo>
                  <a:lnTo>
                    <a:pt x="566" y="6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4"/>
            <p:cNvSpPr/>
            <p:nvPr/>
          </p:nvSpPr>
          <p:spPr>
            <a:xfrm>
              <a:off x="3793301" y="4110498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4" y="1"/>
                  </a:moveTo>
                  <a:lnTo>
                    <a:pt x="1" y="812"/>
                  </a:lnTo>
                  <a:lnTo>
                    <a:pt x="110" y="872"/>
                  </a:lnTo>
                  <a:lnTo>
                    <a:pt x="563" y="60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4"/>
            <p:cNvSpPr/>
            <p:nvPr/>
          </p:nvSpPr>
          <p:spPr>
            <a:xfrm>
              <a:off x="3286649" y="3826529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8" y="1"/>
                  </a:moveTo>
                  <a:lnTo>
                    <a:pt x="1" y="809"/>
                  </a:lnTo>
                  <a:lnTo>
                    <a:pt x="110" y="872"/>
                  </a:lnTo>
                  <a:lnTo>
                    <a:pt x="563" y="60"/>
                  </a:lnTo>
                  <a:lnTo>
                    <a:pt x="4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4"/>
            <p:cNvSpPr/>
            <p:nvPr/>
          </p:nvSpPr>
          <p:spPr>
            <a:xfrm>
              <a:off x="3320543" y="3845188"/>
              <a:ext cx="17717" cy="27297"/>
            </a:xfrm>
            <a:custGeom>
              <a:avLst/>
              <a:gdLst/>
              <a:ahLst/>
              <a:cxnLst/>
              <a:rect l="l" t="t" r="r" b="b"/>
              <a:pathLst>
                <a:path w="564" h="869" extrusionOk="0">
                  <a:moveTo>
                    <a:pt x="458" y="1"/>
                  </a:moveTo>
                  <a:lnTo>
                    <a:pt x="1" y="809"/>
                  </a:lnTo>
                  <a:lnTo>
                    <a:pt x="110" y="869"/>
                  </a:lnTo>
                  <a:lnTo>
                    <a:pt x="563" y="60"/>
                  </a:lnTo>
                  <a:lnTo>
                    <a:pt x="4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4"/>
            <p:cNvSpPr/>
            <p:nvPr/>
          </p:nvSpPr>
          <p:spPr>
            <a:xfrm>
              <a:off x="3354217" y="3864192"/>
              <a:ext cx="17811" cy="27392"/>
            </a:xfrm>
            <a:custGeom>
              <a:avLst/>
              <a:gdLst/>
              <a:ahLst/>
              <a:cxnLst/>
              <a:rect l="l" t="t" r="r" b="b"/>
              <a:pathLst>
                <a:path w="567" h="872" extrusionOk="0">
                  <a:moveTo>
                    <a:pt x="458" y="0"/>
                  </a:moveTo>
                  <a:lnTo>
                    <a:pt x="1" y="809"/>
                  </a:lnTo>
                  <a:lnTo>
                    <a:pt x="110" y="872"/>
                  </a:lnTo>
                  <a:lnTo>
                    <a:pt x="567" y="6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4"/>
            <p:cNvSpPr/>
            <p:nvPr/>
          </p:nvSpPr>
          <p:spPr>
            <a:xfrm>
              <a:off x="3388017" y="3883385"/>
              <a:ext cx="17685" cy="27423"/>
            </a:xfrm>
            <a:custGeom>
              <a:avLst/>
              <a:gdLst/>
              <a:ahLst/>
              <a:cxnLst/>
              <a:rect l="l" t="t" r="r" b="b"/>
              <a:pathLst>
                <a:path w="563" h="873" extrusionOk="0">
                  <a:moveTo>
                    <a:pt x="457" y="1"/>
                  </a:moveTo>
                  <a:lnTo>
                    <a:pt x="0" y="809"/>
                  </a:lnTo>
                  <a:lnTo>
                    <a:pt x="109" y="872"/>
                  </a:lnTo>
                  <a:lnTo>
                    <a:pt x="563" y="61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4"/>
            <p:cNvSpPr/>
            <p:nvPr/>
          </p:nvSpPr>
          <p:spPr>
            <a:xfrm>
              <a:off x="3421911" y="3902044"/>
              <a:ext cx="17685" cy="27423"/>
            </a:xfrm>
            <a:custGeom>
              <a:avLst/>
              <a:gdLst/>
              <a:ahLst/>
              <a:cxnLst/>
              <a:rect l="l" t="t" r="r" b="b"/>
              <a:pathLst>
                <a:path w="563" h="873" extrusionOk="0">
                  <a:moveTo>
                    <a:pt x="454" y="1"/>
                  </a:moveTo>
                  <a:lnTo>
                    <a:pt x="0" y="813"/>
                  </a:lnTo>
                  <a:lnTo>
                    <a:pt x="106" y="872"/>
                  </a:lnTo>
                  <a:lnTo>
                    <a:pt x="563" y="64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4"/>
            <p:cNvSpPr/>
            <p:nvPr/>
          </p:nvSpPr>
          <p:spPr>
            <a:xfrm>
              <a:off x="3455585" y="3921363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1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1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4"/>
            <p:cNvSpPr/>
            <p:nvPr/>
          </p:nvSpPr>
          <p:spPr>
            <a:xfrm>
              <a:off x="3489573" y="3939928"/>
              <a:ext cx="17717" cy="27297"/>
            </a:xfrm>
            <a:custGeom>
              <a:avLst/>
              <a:gdLst/>
              <a:ahLst/>
              <a:cxnLst/>
              <a:rect l="l" t="t" r="r" b="b"/>
              <a:pathLst>
                <a:path w="564" h="869" extrusionOk="0">
                  <a:moveTo>
                    <a:pt x="458" y="0"/>
                  </a:moveTo>
                  <a:lnTo>
                    <a:pt x="1" y="809"/>
                  </a:lnTo>
                  <a:lnTo>
                    <a:pt x="110" y="868"/>
                  </a:lnTo>
                  <a:lnTo>
                    <a:pt x="563" y="6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4"/>
            <p:cNvSpPr/>
            <p:nvPr/>
          </p:nvSpPr>
          <p:spPr>
            <a:xfrm>
              <a:off x="3523153" y="3959246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0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3" name="Google Shape;1463;p25"/>
          <p:cNvGrpSpPr/>
          <p:nvPr/>
        </p:nvGrpSpPr>
        <p:grpSpPr>
          <a:xfrm rot="-3235083">
            <a:off x="132728" y="1454279"/>
            <a:ext cx="434495" cy="162938"/>
            <a:chOff x="2665615" y="3966103"/>
            <a:chExt cx="345380" cy="129514"/>
          </a:xfrm>
        </p:grpSpPr>
        <p:sp>
          <p:nvSpPr>
            <p:cNvPr id="1464" name="Google Shape;1464;p25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5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5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5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5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5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0" name="Google Shape;1470;p25"/>
          <p:cNvGrpSpPr/>
          <p:nvPr/>
        </p:nvGrpSpPr>
        <p:grpSpPr>
          <a:xfrm>
            <a:off x="-102308" y="284077"/>
            <a:ext cx="730246" cy="793885"/>
            <a:chOff x="1897202" y="4415836"/>
            <a:chExt cx="435786" cy="473763"/>
          </a:xfrm>
        </p:grpSpPr>
        <p:sp>
          <p:nvSpPr>
            <p:cNvPr id="1471" name="Google Shape;1471;p25"/>
            <p:cNvSpPr/>
            <p:nvPr/>
          </p:nvSpPr>
          <p:spPr>
            <a:xfrm>
              <a:off x="1970959" y="4423407"/>
              <a:ext cx="362029" cy="431953"/>
            </a:xfrm>
            <a:custGeom>
              <a:avLst/>
              <a:gdLst/>
              <a:ahLst/>
              <a:cxnLst/>
              <a:rect l="l" t="t" r="r" b="b"/>
              <a:pathLst>
                <a:path w="11525" h="13751" extrusionOk="0">
                  <a:moveTo>
                    <a:pt x="6615" y="0"/>
                  </a:moveTo>
                  <a:cubicBezTo>
                    <a:pt x="6488" y="0"/>
                    <a:pt x="6358" y="24"/>
                    <a:pt x="6232" y="72"/>
                  </a:cubicBezTo>
                  <a:lnTo>
                    <a:pt x="816" y="2181"/>
                  </a:lnTo>
                  <a:cubicBezTo>
                    <a:pt x="271" y="2395"/>
                    <a:pt x="0" y="3010"/>
                    <a:pt x="211" y="3559"/>
                  </a:cubicBezTo>
                  <a:lnTo>
                    <a:pt x="3916" y="13073"/>
                  </a:lnTo>
                  <a:cubicBezTo>
                    <a:pt x="4080" y="13494"/>
                    <a:pt x="4481" y="13751"/>
                    <a:pt x="4906" y="13751"/>
                  </a:cubicBezTo>
                  <a:cubicBezTo>
                    <a:pt x="5035" y="13751"/>
                    <a:pt x="5166" y="13727"/>
                    <a:pt x="5293" y="13677"/>
                  </a:cubicBezTo>
                  <a:lnTo>
                    <a:pt x="10706" y="11572"/>
                  </a:lnTo>
                  <a:cubicBezTo>
                    <a:pt x="11254" y="11358"/>
                    <a:pt x="11525" y="10743"/>
                    <a:pt x="11314" y="10194"/>
                  </a:cubicBezTo>
                  <a:lnTo>
                    <a:pt x="7609" y="680"/>
                  </a:lnTo>
                  <a:cubicBezTo>
                    <a:pt x="7444" y="258"/>
                    <a:pt x="7042" y="0"/>
                    <a:pt x="6615" y="0"/>
                  </a:cubicBez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5"/>
            <p:cNvSpPr/>
            <p:nvPr/>
          </p:nvSpPr>
          <p:spPr>
            <a:xfrm>
              <a:off x="1902731" y="4492671"/>
              <a:ext cx="232421" cy="396928"/>
            </a:xfrm>
            <a:custGeom>
              <a:avLst/>
              <a:gdLst/>
              <a:ahLst/>
              <a:cxnLst/>
              <a:rect l="l" t="t" r="r" b="b"/>
              <a:pathLst>
                <a:path w="7399" h="12636" extrusionOk="0">
                  <a:moveTo>
                    <a:pt x="2924" y="0"/>
                  </a:moveTo>
                  <a:lnTo>
                    <a:pt x="0" y="1139"/>
                  </a:lnTo>
                  <a:lnTo>
                    <a:pt x="4474" y="12636"/>
                  </a:lnTo>
                  <a:lnTo>
                    <a:pt x="7399" y="11501"/>
                  </a:lnTo>
                  <a:lnTo>
                    <a:pt x="2924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5"/>
            <p:cNvSpPr/>
            <p:nvPr/>
          </p:nvSpPr>
          <p:spPr>
            <a:xfrm>
              <a:off x="1946645" y="4415836"/>
              <a:ext cx="362186" cy="431985"/>
            </a:xfrm>
            <a:custGeom>
              <a:avLst/>
              <a:gdLst/>
              <a:ahLst/>
              <a:cxnLst/>
              <a:rect l="l" t="t" r="r" b="b"/>
              <a:pathLst>
                <a:path w="11530" h="13752" extrusionOk="0">
                  <a:moveTo>
                    <a:pt x="6622" y="1"/>
                  </a:moveTo>
                  <a:cubicBezTo>
                    <a:pt x="6493" y="1"/>
                    <a:pt x="6363" y="24"/>
                    <a:pt x="6236" y="74"/>
                  </a:cubicBezTo>
                  <a:lnTo>
                    <a:pt x="820" y="2183"/>
                  </a:lnTo>
                  <a:cubicBezTo>
                    <a:pt x="275" y="2394"/>
                    <a:pt x="1" y="3012"/>
                    <a:pt x="215" y="3557"/>
                  </a:cubicBezTo>
                  <a:lnTo>
                    <a:pt x="3920" y="13071"/>
                  </a:lnTo>
                  <a:cubicBezTo>
                    <a:pt x="4082" y="13493"/>
                    <a:pt x="4486" y="13751"/>
                    <a:pt x="4914" y="13751"/>
                  </a:cubicBezTo>
                  <a:cubicBezTo>
                    <a:pt x="5041" y="13751"/>
                    <a:pt x="5171" y="13728"/>
                    <a:pt x="5298" y="13679"/>
                  </a:cubicBezTo>
                  <a:lnTo>
                    <a:pt x="10710" y="11571"/>
                  </a:lnTo>
                  <a:cubicBezTo>
                    <a:pt x="11258" y="11356"/>
                    <a:pt x="11529" y="10741"/>
                    <a:pt x="11315" y="10193"/>
                  </a:cubicBezTo>
                  <a:lnTo>
                    <a:pt x="7610" y="679"/>
                  </a:lnTo>
                  <a:cubicBezTo>
                    <a:pt x="7448" y="258"/>
                    <a:pt x="7046" y="1"/>
                    <a:pt x="6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5"/>
            <p:cNvSpPr/>
            <p:nvPr/>
          </p:nvSpPr>
          <p:spPr>
            <a:xfrm>
              <a:off x="1897202" y="4485038"/>
              <a:ext cx="213982" cy="389766"/>
            </a:xfrm>
            <a:custGeom>
              <a:avLst/>
              <a:gdLst/>
              <a:ahLst/>
              <a:cxnLst/>
              <a:rect l="l" t="t" r="r" b="b"/>
              <a:pathLst>
                <a:path w="6812" h="12408" extrusionOk="0">
                  <a:moveTo>
                    <a:pt x="2338" y="1"/>
                  </a:moveTo>
                  <a:lnTo>
                    <a:pt x="0" y="908"/>
                  </a:lnTo>
                  <a:lnTo>
                    <a:pt x="4475" y="12408"/>
                  </a:lnTo>
                  <a:lnTo>
                    <a:pt x="6812" y="11498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5"/>
            <p:cNvSpPr/>
            <p:nvPr/>
          </p:nvSpPr>
          <p:spPr>
            <a:xfrm>
              <a:off x="2026716" y="4480200"/>
              <a:ext cx="173146" cy="139471"/>
            </a:xfrm>
            <a:custGeom>
              <a:avLst/>
              <a:gdLst/>
              <a:ahLst/>
              <a:cxnLst/>
              <a:rect l="l" t="t" r="r" b="b"/>
              <a:pathLst>
                <a:path w="5512" h="4440" extrusionOk="0">
                  <a:moveTo>
                    <a:pt x="4460" y="0"/>
                  </a:moveTo>
                  <a:lnTo>
                    <a:pt x="0" y="1737"/>
                  </a:lnTo>
                  <a:lnTo>
                    <a:pt x="1055" y="4439"/>
                  </a:lnTo>
                  <a:lnTo>
                    <a:pt x="5511" y="2703"/>
                  </a:lnTo>
                  <a:lnTo>
                    <a:pt x="44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5"/>
            <p:cNvSpPr/>
            <p:nvPr/>
          </p:nvSpPr>
          <p:spPr>
            <a:xfrm>
              <a:off x="2047134" y="4500524"/>
              <a:ext cx="115724" cy="53998"/>
            </a:xfrm>
            <a:custGeom>
              <a:avLst/>
              <a:gdLst/>
              <a:ahLst/>
              <a:cxnLst/>
              <a:rect l="l" t="t" r="r" b="b"/>
              <a:pathLst>
                <a:path w="3684" h="1719" extrusionOk="0">
                  <a:moveTo>
                    <a:pt x="3554" y="0"/>
                  </a:moveTo>
                  <a:lnTo>
                    <a:pt x="0" y="1385"/>
                  </a:lnTo>
                  <a:lnTo>
                    <a:pt x="130" y="1719"/>
                  </a:lnTo>
                  <a:lnTo>
                    <a:pt x="3684" y="337"/>
                  </a:lnTo>
                  <a:lnTo>
                    <a:pt x="3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5"/>
            <p:cNvSpPr/>
            <p:nvPr/>
          </p:nvSpPr>
          <p:spPr>
            <a:xfrm>
              <a:off x="2055396" y="4522921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1" y="1"/>
                  </a:moveTo>
                  <a:lnTo>
                    <a:pt x="1" y="1385"/>
                  </a:lnTo>
                  <a:lnTo>
                    <a:pt x="131" y="1719"/>
                  </a:lnTo>
                  <a:lnTo>
                    <a:pt x="3684" y="338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5"/>
            <p:cNvSpPr/>
            <p:nvPr/>
          </p:nvSpPr>
          <p:spPr>
            <a:xfrm>
              <a:off x="2064568" y="4545319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4" y="1"/>
                  </a:moveTo>
                  <a:lnTo>
                    <a:pt x="1" y="1382"/>
                  </a:lnTo>
                  <a:lnTo>
                    <a:pt x="131" y="1720"/>
                  </a:lnTo>
                  <a:lnTo>
                    <a:pt x="3684" y="338"/>
                  </a:lnTo>
                  <a:lnTo>
                    <a:pt x="3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9" name="Google Shape;1479;p25"/>
          <p:cNvGrpSpPr/>
          <p:nvPr/>
        </p:nvGrpSpPr>
        <p:grpSpPr>
          <a:xfrm rot="5400000">
            <a:off x="7619334" y="8734"/>
            <a:ext cx="225985" cy="540514"/>
            <a:chOff x="5273600" y="602550"/>
            <a:chExt cx="155050" cy="370850"/>
          </a:xfrm>
        </p:grpSpPr>
        <p:sp>
          <p:nvSpPr>
            <p:cNvPr id="1480" name="Google Shape;1480;p25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5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5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5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5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5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5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5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5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5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5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5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5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5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5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5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5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5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8" name="Google Shape;1498;p25"/>
          <p:cNvGrpSpPr/>
          <p:nvPr/>
        </p:nvGrpSpPr>
        <p:grpSpPr>
          <a:xfrm rot="-1305590">
            <a:off x="8537479" y="107819"/>
            <a:ext cx="782804" cy="1046725"/>
            <a:chOff x="4015316" y="3825375"/>
            <a:chExt cx="413389" cy="552734"/>
          </a:xfrm>
        </p:grpSpPr>
        <p:sp>
          <p:nvSpPr>
            <p:cNvPr id="1499" name="Google Shape;1499;p25"/>
            <p:cNvSpPr/>
            <p:nvPr/>
          </p:nvSpPr>
          <p:spPr>
            <a:xfrm>
              <a:off x="4015316" y="3825375"/>
              <a:ext cx="413389" cy="552734"/>
            </a:xfrm>
            <a:custGeom>
              <a:avLst/>
              <a:gdLst/>
              <a:ahLst/>
              <a:cxnLst/>
              <a:rect l="l" t="t" r="r" b="b"/>
              <a:pathLst>
                <a:path w="13160" h="17596" extrusionOk="0">
                  <a:moveTo>
                    <a:pt x="5115" y="6341"/>
                  </a:moveTo>
                  <a:lnTo>
                    <a:pt x="9958" y="9694"/>
                  </a:lnTo>
                  <a:lnTo>
                    <a:pt x="7796" y="12819"/>
                  </a:lnTo>
                  <a:lnTo>
                    <a:pt x="5115" y="6341"/>
                  </a:lnTo>
                  <a:close/>
                  <a:moveTo>
                    <a:pt x="1" y="1"/>
                  </a:moveTo>
                  <a:lnTo>
                    <a:pt x="7287" y="17595"/>
                  </a:lnTo>
                  <a:lnTo>
                    <a:pt x="13160" y="91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5"/>
            <p:cNvSpPr/>
            <p:nvPr/>
          </p:nvSpPr>
          <p:spPr>
            <a:xfrm>
              <a:off x="4220879" y="3978386"/>
              <a:ext cx="17717" cy="22805"/>
            </a:xfrm>
            <a:custGeom>
              <a:avLst/>
              <a:gdLst/>
              <a:ahLst/>
              <a:cxnLst/>
              <a:rect l="l" t="t" r="r" b="b"/>
              <a:pathLst>
                <a:path w="564" h="726" extrusionOk="0">
                  <a:moveTo>
                    <a:pt x="447" y="1"/>
                  </a:moveTo>
                  <a:lnTo>
                    <a:pt x="1" y="648"/>
                  </a:lnTo>
                  <a:lnTo>
                    <a:pt x="113" y="725"/>
                  </a:lnTo>
                  <a:lnTo>
                    <a:pt x="563" y="78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5"/>
            <p:cNvSpPr/>
            <p:nvPr/>
          </p:nvSpPr>
          <p:spPr>
            <a:xfrm>
              <a:off x="4198608" y="3962931"/>
              <a:ext cx="17685" cy="22900"/>
            </a:xfrm>
            <a:custGeom>
              <a:avLst/>
              <a:gdLst/>
              <a:ahLst/>
              <a:cxnLst/>
              <a:rect l="l" t="t" r="r" b="b"/>
              <a:pathLst>
                <a:path w="563" h="729" extrusionOk="0">
                  <a:moveTo>
                    <a:pt x="446" y="1"/>
                  </a:moveTo>
                  <a:lnTo>
                    <a:pt x="0" y="648"/>
                  </a:lnTo>
                  <a:lnTo>
                    <a:pt x="112" y="728"/>
                  </a:lnTo>
                  <a:lnTo>
                    <a:pt x="562" y="82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5"/>
            <p:cNvSpPr/>
            <p:nvPr/>
          </p:nvSpPr>
          <p:spPr>
            <a:xfrm>
              <a:off x="4176839" y="3947821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47" y="0"/>
                  </a:moveTo>
                  <a:lnTo>
                    <a:pt x="1" y="647"/>
                  </a:lnTo>
                  <a:lnTo>
                    <a:pt x="113" y="728"/>
                  </a:lnTo>
                  <a:lnTo>
                    <a:pt x="563" y="7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5"/>
            <p:cNvSpPr/>
            <p:nvPr/>
          </p:nvSpPr>
          <p:spPr>
            <a:xfrm>
              <a:off x="4154756" y="3932241"/>
              <a:ext cx="17717" cy="22774"/>
            </a:xfrm>
            <a:custGeom>
              <a:avLst/>
              <a:gdLst/>
              <a:ahLst/>
              <a:cxnLst/>
              <a:rect l="l" t="t" r="r" b="b"/>
              <a:pathLst>
                <a:path w="564" h="725" extrusionOk="0">
                  <a:moveTo>
                    <a:pt x="451" y="1"/>
                  </a:moveTo>
                  <a:lnTo>
                    <a:pt x="1" y="648"/>
                  </a:lnTo>
                  <a:lnTo>
                    <a:pt x="117" y="725"/>
                  </a:lnTo>
                  <a:lnTo>
                    <a:pt x="563" y="78"/>
                  </a:lnTo>
                  <a:lnTo>
                    <a:pt x="4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5"/>
            <p:cNvSpPr/>
            <p:nvPr/>
          </p:nvSpPr>
          <p:spPr>
            <a:xfrm>
              <a:off x="4132673" y="3917131"/>
              <a:ext cx="17717" cy="22774"/>
            </a:xfrm>
            <a:custGeom>
              <a:avLst/>
              <a:gdLst/>
              <a:ahLst/>
              <a:cxnLst/>
              <a:rect l="l" t="t" r="r" b="b"/>
              <a:pathLst>
                <a:path w="564" h="725" extrusionOk="0">
                  <a:moveTo>
                    <a:pt x="447" y="0"/>
                  </a:moveTo>
                  <a:lnTo>
                    <a:pt x="1" y="647"/>
                  </a:lnTo>
                  <a:lnTo>
                    <a:pt x="113" y="724"/>
                  </a:lnTo>
                  <a:lnTo>
                    <a:pt x="563" y="7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5"/>
            <p:cNvSpPr/>
            <p:nvPr/>
          </p:nvSpPr>
          <p:spPr>
            <a:xfrm>
              <a:off x="4110715" y="3902116"/>
              <a:ext cx="17685" cy="22774"/>
            </a:xfrm>
            <a:custGeom>
              <a:avLst/>
              <a:gdLst/>
              <a:ahLst/>
              <a:cxnLst/>
              <a:rect l="l" t="t" r="r" b="b"/>
              <a:pathLst>
                <a:path w="563" h="725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4"/>
                  </a:lnTo>
                  <a:lnTo>
                    <a:pt x="563" y="8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5"/>
            <p:cNvSpPr/>
            <p:nvPr/>
          </p:nvSpPr>
          <p:spPr>
            <a:xfrm>
              <a:off x="4088632" y="3886661"/>
              <a:ext cx="17685" cy="22774"/>
            </a:xfrm>
            <a:custGeom>
              <a:avLst/>
              <a:gdLst/>
              <a:ahLst/>
              <a:cxnLst/>
              <a:rect l="l" t="t" r="r" b="b"/>
              <a:pathLst>
                <a:path w="563" h="725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4"/>
                  </a:lnTo>
                  <a:lnTo>
                    <a:pt x="563" y="7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5"/>
            <p:cNvSpPr/>
            <p:nvPr/>
          </p:nvSpPr>
          <p:spPr>
            <a:xfrm>
              <a:off x="4066424" y="3871301"/>
              <a:ext cx="17717" cy="22900"/>
            </a:xfrm>
            <a:custGeom>
              <a:avLst/>
              <a:gdLst/>
              <a:ahLst/>
              <a:cxnLst/>
              <a:rect l="l" t="t" r="r" b="b"/>
              <a:pathLst>
                <a:path w="564" h="729" extrusionOk="0">
                  <a:moveTo>
                    <a:pt x="447" y="1"/>
                  </a:moveTo>
                  <a:lnTo>
                    <a:pt x="1" y="647"/>
                  </a:lnTo>
                  <a:lnTo>
                    <a:pt x="117" y="728"/>
                  </a:lnTo>
                  <a:lnTo>
                    <a:pt x="563" y="78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5"/>
            <p:cNvSpPr/>
            <p:nvPr/>
          </p:nvSpPr>
          <p:spPr>
            <a:xfrm>
              <a:off x="4044247" y="3855971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47" y="0"/>
                  </a:moveTo>
                  <a:lnTo>
                    <a:pt x="0" y="647"/>
                  </a:lnTo>
                  <a:lnTo>
                    <a:pt x="113" y="728"/>
                  </a:lnTo>
                  <a:lnTo>
                    <a:pt x="563" y="81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5"/>
            <p:cNvSpPr/>
            <p:nvPr/>
          </p:nvSpPr>
          <p:spPr>
            <a:xfrm>
              <a:off x="4397543" y="4100392"/>
              <a:ext cx="17685" cy="22900"/>
            </a:xfrm>
            <a:custGeom>
              <a:avLst/>
              <a:gdLst/>
              <a:ahLst/>
              <a:cxnLst/>
              <a:rect l="l" t="t" r="r" b="b"/>
              <a:pathLst>
                <a:path w="563" h="729" extrusionOk="0">
                  <a:moveTo>
                    <a:pt x="450" y="1"/>
                  </a:moveTo>
                  <a:lnTo>
                    <a:pt x="0" y="647"/>
                  </a:lnTo>
                  <a:lnTo>
                    <a:pt x="116" y="728"/>
                  </a:lnTo>
                  <a:lnTo>
                    <a:pt x="563" y="82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5"/>
            <p:cNvSpPr/>
            <p:nvPr/>
          </p:nvSpPr>
          <p:spPr>
            <a:xfrm>
              <a:off x="4375240" y="4085502"/>
              <a:ext cx="17685" cy="22774"/>
            </a:xfrm>
            <a:custGeom>
              <a:avLst/>
              <a:gdLst/>
              <a:ahLst/>
              <a:cxnLst/>
              <a:rect l="l" t="t" r="r" b="b"/>
              <a:pathLst>
                <a:path w="563" h="725" extrusionOk="0">
                  <a:moveTo>
                    <a:pt x="447" y="0"/>
                  </a:moveTo>
                  <a:lnTo>
                    <a:pt x="1" y="647"/>
                  </a:lnTo>
                  <a:lnTo>
                    <a:pt x="113" y="724"/>
                  </a:lnTo>
                  <a:lnTo>
                    <a:pt x="563" y="7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5"/>
            <p:cNvSpPr/>
            <p:nvPr/>
          </p:nvSpPr>
          <p:spPr>
            <a:xfrm>
              <a:off x="4353283" y="4069922"/>
              <a:ext cx="17560" cy="22774"/>
            </a:xfrm>
            <a:custGeom>
              <a:avLst/>
              <a:gdLst/>
              <a:ahLst/>
              <a:cxnLst/>
              <a:rect l="l" t="t" r="r" b="b"/>
              <a:pathLst>
                <a:path w="559" h="725" extrusionOk="0">
                  <a:moveTo>
                    <a:pt x="446" y="1"/>
                  </a:moveTo>
                  <a:lnTo>
                    <a:pt x="0" y="647"/>
                  </a:lnTo>
                  <a:lnTo>
                    <a:pt x="113" y="725"/>
                  </a:lnTo>
                  <a:lnTo>
                    <a:pt x="559" y="78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5"/>
            <p:cNvSpPr/>
            <p:nvPr/>
          </p:nvSpPr>
          <p:spPr>
            <a:xfrm>
              <a:off x="4331200" y="4054593"/>
              <a:ext cx="17560" cy="22868"/>
            </a:xfrm>
            <a:custGeom>
              <a:avLst/>
              <a:gdLst/>
              <a:ahLst/>
              <a:cxnLst/>
              <a:rect l="l" t="t" r="r" b="b"/>
              <a:pathLst>
                <a:path w="559" h="728" extrusionOk="0">
                  <a:moveTo>
                    <a:pt x="447" y="0"/>
                  </a:moveTo>
                  <a:lnTo>
                    <a:pt x="0" y="650"/>
                  </a:lnTo>
                  <a:lnTo>
                    <a:pt x="113" y="728"/>
                  </a:lnTo>
                  <a:lnTo>
                    <a:pt x="559" y="81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5"/>
            <p:cNvSpPr/>
            <p:nvPr/>
          </p:nvSpPr>
          <p:spPr>
            <a:xfrm>
              <a:off x="4309117" y="4039357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8"/>
                  </a:lnTo>
                  <a:lnTo>
                    <a:pt x="563" y="8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5"/>
            <p:cNvSpPr/>
            <p:nvPr/>
          </p:nvSpPr>
          <p:spPr>
            <a:xfrm>
              <a:off x="4287128" y="4024217"/>
              <a:ext cx="17717" cy="22900"/>
            </a:xfrm>
            <a:custGeom>
              <a:avLst/>
              <a:gdLst/>
              <a:ahLst/>
              <a:cxnLst/>
              <a:rect l="l" t="t" r="r" b="b"/>
              <a:pathLst>
                <a:path w="564" h="729" extrusionOk="0">
                  <a:moveTo>
                    <a:pt x="447" y="1"/>
                  </a:moveTo>
                  <a:lnTo>
                    <a:pt x="1" y="647"/>
                  </a:lnTo>
                  <a:lnTo>
                    <a:pt x="113" y="728"/>
                  </a:lnTo>
                  <a:lnTo>
                    <a:pt x="563" y="81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5"/>
            <p:cNvSpPr/>
            <p:nvPr/>
          </p:nvSpPr>
          <p:spPr>
            <a:xfrm>
              <a:off x="4264731" y="4008667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8"/>
                  </a:lnTo>
                  <a:lnTo>
                    <a:pt x="563" y="8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5"/>
            <p:cNvSpPr/>
            <p:nvPr/>
          </p:nvSpPr>
          <p:spPr>
            <a:xfrm>
              <a:off x="4242962" y="3993527"/>
              <a:ext cx="17717" cy="22900"/>
            </a:xfrm>
            <a:custGeom>
              <a:avLst/>
              <a:gdLst/>
              <a:ahLst/>
              <a:cxnLst/>
              <a:rect l="l" t="t" r="r" b="b"/>
              <a:pathLst>
                <a:path w="564" h="729" extrusionOk="0">
                  <a:moveTo>
                    <a:pt x="447" y="1"/>
                  </a:moveTo>
                  <a:lnTo>
                    <a:pt x="1" y="647"/>
                  </a:lnTo>
                  <a:lnTo>
                    <a:pt x="113" y="728"/>
                  </a:lnTo>
                  <a:lnTo>
                    <a:pt x="563" y="81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5"/>
            <p:cNvSpPr/>
            <p:nvPr/>
          </p:nvSpPr>
          <p:spPr>
            <a:xfrm>
              <a:off x="4215476" y="3971004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1"/>
                  </a:moveTo>
                  <a:lnTo>
                    <a:pt x="1" y="419"/>
                  </a:lnTo>
                  <a:lnTo>
                    <a:pt x="75" y="468"/>
                  </a:lnTo>
                  <a:lnTo>
                    <a:pt x="363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5"/>
            <p:cNvSpPr/>
            <p:nvPr/>
          </p:nvSpPr>
          <p:spPr>
            <a:xfrm>
              <a:off x="4193519" y="3955863"/>
              <a:ext cx="11277" cy="14732"/>
            </a:xfrm>
            <a:custGeom>
              <a:avLst/>
              <a:gdLst/>
              <a:ahLst/>
              <a:cxnLst/>
              <a:rect l="l" t="t" r="r" b="b"/>
              <a:pathLst>
                <a:path w="359" h="469" extrusionOk="0">
                  <a:moveTo>
                    <a:pt x="292" y="1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5"/>
            <p:cNvSpPr/>
            <p:nvPr/>
          </p:nvSpPr>
          <p:spPr>
            <a:xfrm>
              <a:off x="4171656" y="3940534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0"/>
                  </a:moveTo>
                  <a:lnTo>
                    <a:pt x="0" y="419"/>
                  </a:lnTo>
                  <a:lnTo>
                    <a:pt x="74" y="468"/>
                  </a:lnTo>
                  <a:lnTo>
                    <a:pt x="362" y="5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5"/>
            <p:cNvSpPr/>
            <p:nvPr/>
          </p:nvSpPr>
          <p:spPr>
            <a:xfrm>
              <a:off x="4149447" y="3925393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23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5"/>
            <p:cNvSpPr/>
            <p:nvPr/>
          </p:nvSpPr>
          <p:spPr>
            <a:xfrm>
              <a:off x="4127395" y="3910064"/>
              <a:ext cx="11277" cy="14701"/>
            </a:xfrm>
            <a:custGeom>
              <a:avLst/>
              <a:gdLst/>
              <a:ahLst/>
              <a:cxnLst/>
              <a:rect l="l" t="t" r="r" b="b"/>
              <a:pathLst>
                <a:path w="359" h="468" extrusionOk="0">
                  <a:moveTo>
                    <a:pt x="288" y="0"/>
                  </a:moveTo>
                  <a:lnTo>
                    <a:pt x="0" y="419"/>
                  </a:lnTo>
                  <a:lnTo>
                    <a:pt x="70" y="468"/>
                  </a:lnTo>
                  <a:lnTo>
                    <a:pt x="359" y="50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5"/>
            <p:cNvSpPr/>
            <p:nvPr/>
          </p:nvSpPr>
          <p:spPr>
            <a:xfrm>
              <a:off x="4105187" y="3895143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5"/>
            <p:cNvSpPr/>
            <p:nvPr/>
          </p:nvSpPr>
          <p:spPr>
            <a:xfrm>
              <a:off x="4083104" y="3879813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0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5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5"/>
            <p:cNvSpPr/>
            <p:nvPr/>
          </p:nvSpPr>
          <p:spPr>
            <a:xfrm>
              <a:off x="4061241" y="3864233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5"/>
            <p:cNvSpPr/>
            <p:nvPr/>
          </p:nvSpPr>
          <p:spPr>
            <a:xfrm>
              <a:off x="4392014" y="4093104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5"/>
            <p:cNvSpPr/>
            <p:nvPr/>
          </p:nvSpPr>
          <p:spPr>
            <a:xfrm>
              <a:off x="4369617" y="4077995"/>
              <a:ext cx="11277" cy="14701"/>
            </a:xfrm>
            <a:custGeom>
              <a:avLst/>
              <a:gdLst/>
              <a:ahLst/>
              <a:cxnLst/>
              <a:rect l="l" t="t" r="r" b="b"/>
              <a:pathLst>
                <a:path w="359" h="468" extrusionOk="0">
                  <a:moveTo>
                    <a:pt x="288" y="0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59" y="49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5"/>
            <p:cNvSpPr/>
            <p:nvPr/>
          </p:nvSpPr>
          <p:spPr>
            <a:xfrm>
              <a:off x="4347974" y="4062980"/>
              <a:ext cx="11277" cy="14701"/>
            </a:xfrm>
            <a:custGeom>
              <a:avLst/>
              <a:gdLst/>
              <a:ahLst/>
              <a:cxnLst/>
              <a:rect l="l" t="t" r="r" b="b"/>
              <a:pathLst>
                <a:path w="359" h="468" extrusionOk="0">
                  <a:moveTo>
                    <a:pt x="289" y="0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59" y="4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5"/>
            <p:cNvSpPr/>
            <p:nvPr/>
          </p:nvSpPr>
          <p:spPr>
            <a:xfrm>
              <a:off x="4325671" y="4047399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92" y="1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62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5"/>
            <p:cNvSpPr/>
            <p:nvPr/>
          </p:nvSpPr>
          <p:spPr>
            <a:xfrm>
              <a:off x="4303808" y="4032070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0"/>
                  </a:moveTo>
                  <a:lnTo>
                    <a:pt x="1" y="418"/>
                  </a:lnTo>
                  <a:lnTo>
                    <a:pt x="71" y="468"/>
                  </a:lnTo>
                  <a:lnTo>
                    <a:pt x="363" y="4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5"/>
            <p:cNvSpPr/>
            <p:nvPr/>
          </p:nvSpPr>
          <p:spPr>
            <a:xfrm>
              <a:off x="4281725" y="4016929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5"/>
            <p:cNvSpPr/>
            <p:nvPr/>
          </p:nvSpPr>
          <p:spPr>
            <a:xfrm>
              <a:off x="4259642" y="4001694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92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5"/>
            <p:cNvSpPr/>
            <p:nvPr/>
          </p:nvSpPr>
          <p:spPr>
            <a:xfrm>
              <a:off x="4237559" y="3986459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92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46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3" name="Google Shape;1533;p25"/>
          <p:cNvGrpSpPr/>
          <p:nvPr/>
        </p:nvGrpSpPr>
        <p:grpSpPr>
          <a:xfrm>
            <a:off x="8592986" y="1077956"/>
            <a:ext cx="137078" cy="137078"/>
            <a:chOff x="2495900" y="1640275"/>
            <a:chExt cx="94050" cy="94050"/>
          </a:xfrm>
        </p:grpSpPr>
        <p:sp>
          <p:nvSpPr>
            <p:cNvPr id="1534" name="Google Shape;1534;p25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5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6" name="Google Shape;1536;p25"/>
          <p:cNvGrpSpPr/>
          <p:nvPr/>
        </p:nvGrpSpPr>
        <p:grpSpPr>
          <a:xfrm>
            <a:off x="644686" y="210456"/>
            <a:ext cx="137078" cy="137078"/>
            <a:chOff x="2495900" y="1640275"/>
            <a:chExt cx="94050" cy="94050"/>
          </a:xfrm>
        </p:grpSpPr>
        <p:sp>
          <p:nvSpPr>
            <p:cNvPr id="1537" name="Google Shape;1537;p25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5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9" name="Google Shape;1539;p25"/>
          <p:cNvGrpSpPr/>
          <p:nvPr/>
        </p:nvGrpSpPr>
        <p:grpSpPr>
          <a:xfrm>
            <a:off x="8671956" y="1597515"/>
            <a:ext cx="319169" cy="625058"/>
            <a:chOff x="7985008" y="2151317"/>
            <a:chExt cx="96566" cy="189148"/>
          </a:xfrm>
        </p:grpSpPr>
        <p:sp>
          <p:nvSpPr>
            <p:cNvPr id="1540" name="Google Shape;1540;p25"/>
            <p:cNvSpPr/>
            <p:nvPr/>
          </p:nvSpPr>
          <p:spPr>
            <a:xfrm>
              <a:off x="7985008" y="2242311"/>
              <a:ext cx="79102" cy="98154"/>
            </a:xfrm>
            <a:custGeom>
              <a:avLst/>
              <a:gdLst/>
              <a:ahLst/>
              <a:cxnLst/>
              <a:rect l="l" t="t" r="r" b="b"/>
              <a:pathLst>
                <a:path w="3990" h="4951" extrusionOk="0">
                  <a:moveTo>
                    <a:pt x="2062" y="1"/>
                  </a:moveTo>
                  <a:cubicBezTo>
                    <a:pt x="1471" y="1"/>
                    <a:pt x="771" y="58"/>
                    <a:pt x="0" y="230"/>
                  </a:cubicBezTo>
                  <a:lnTo>
                    <a:pt x="415" y="4951"/>
                  </a:lnTo>
                  <a:lnTo>
                    <a:pt x="3336" y="4951"/>
                  </a:lnTo>
                  <a:lnTo>
                    <a:pt x="3990" y="230"/>
                  </a:lnTo>
                  <a:cubicBezTo>
                    <a:pt x="3990" y="230"/>
                    <a:pt x="3244" y="1"/>
                    <a:pt x="2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5"/>
            <p:cNvSpPr/>
            <p:nvPr/>
          </p:nvSpPr>
          <p:spPr>
            <a:xfrm>
              <a:off x="7985008" y="2240805"/>
              <a:ext cx="77436" cy="12073"/>
            </a:xfrm>
            <a:custGeom>
              <a:avLst/>
              <a:gdLst/>
              <a:ahLst/>
              <a:cxnLst/>
              <a:rect l="l" t="t" r="r" b="b"/>
              <a:pathLst>
                <a:path w="3906" h="609" extrusionOk="0">
                  <a:moveTo>
                    <a:pt x="1951" y="1"/>
                  </a:moveTo>
                  <a:cubicBezTo>
                    <a:pt x="872" y="1"/>
                    <a:pt x="0" y="138"/>
                    <a:pt x="0" y="306"/>
                  </a:cubicBezTo>
                  <a:cubicBezTo>
                    <a:pt x="0" y="475"/>
                    <a:pt x="872" y="609"/>
                    <a:pt x="1951" y="609"/>
                  </a:cubicBezTo>
                  <a:cubicBezTo>
                    <a:pt x="3030" y="609"/>
                    <a:pt x="3905" y="475"/>
                    <a:pt x="3905" y="306"/>
                  </a:cubicBezTo>
                  <a:cubicBezTo>
                    <a:pt x="3905" y="138"/>
                    <a:pt x="3030" y="1"/>
                    <a:pt x="19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5"/>
            <p:cNvSpPr/>
            <p:nvPr/>
          </p:nvSpPr>
          <p:spPr>
            <a:xfrm>
              <a:off x="8048129" y="2259400"/>
              <a:ext cx="33445" cy="58285"/>
            </a:xfrm>
            <a:custGeom>
              <a:avLst/>
              <a:gdLst/>
              <a:ahLst/>
              <a:cxnLst/>
              <a:rect l="l" t="t" r="r" b="b"/>
              <a:pathLst>
                <a:path w="1687" h="2940" extrusionOk="0">
                  <a:moveTo>
                    <a:pt x="756" y="0"/>
                  </a:moveTo>
                  <a:cubicBezTo>
                    <a:pt x="749" y="0"/>
                    <a:pt x="742" y="0"/>
                    <a:pt x="735" y="1"/>
                  </a:cubicBezTo>
                  <a:lnTo>
                    <a:pt x="454" y="602"/>
                  </a:lnTo>
                  <a:cubicBezTo>
                    <a:pt x="454" y="602"/>
                    <a:pt x="886" y="690"/>
                    <a:pt x="922" y="1470"/>
                  </a:cubicBezTo>
                  <a:cubicBezTo>
                    <a:pt x="949" y="2081"/>
                    <a:pt x="364" y="2146"/>
                    <a:pt x="112" y="2146"/>
                  </a:cubicBezTo>
                  <a:cubicBezTo>
                    <a:pt x="44" y="2146"/>
                    <a:pt x="1" y="2141"/>
                    <a:pt x="1" y="2141"/>
                  </a:cubicBezTo>
                  <a:lnTo>
                    <a:pt x="1" y="2939"/>
                  </a:lnTo>
                  <a:cubicBezTo>
                    <a:pt x="995" y="2939"/>
                    <a:pt x="1515" y="2423"/>
                    <a:pt x="1603" y="1512"/>
                  </a:cubicBezTo>
                  <a:cubicBezTo>
                    <a:pt x="1686" y="623"/>
                    <a:pt x="1126" y="0"/>
                    <a:pt x="7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5"/>
            <p:cNvSpPr/>
            <p:nvPr/>
          </p:nvSpPr>
          <p:spPr>
            <a:xfrm>
              <a:off x="7987090" y="2249171"/>
              <a:ext cx="63400" cy="7137"/>
            </a:xfrm>
            <a:custGeom>
              <a:avLst/>
              <a:gdLst/>
              <a:ahLst/>
              <a:cxnLst/>
              <a:rect l="l" t="t" r="r" b="b"/>
              <a:pathLst>
                <a:path w="3198" h="360" extrusionOk="0">
                  <a:moveTo>
                    <a:pt x="97" y="1"/>
                  </a:moveTo>
                  <a:cubicBezTo>
                    <a:pt x="27" y="1"/>
                    <a:pt x="1" y="118"/>
                    <a:pt x="82" y="137"/>
                  </a:cubicBezTo>
                  <a:cubicBezTo>
                    <a:pt x="630" y="286"/>
                    <a:pt x="1196" y="359"/>
                    <a:pt x="1761" y="359"/>
                  </a:cubicBezTo>
                  <a:cubicBezTo>
                    <a:pt x="2214" y="359"/>
                    <a:pt x="2667" y="312"/>
                    <a:pt x="3111" y="218"/>
                  </a:cubicBezTo>
                  <a:cubicBezTo>
                    <a:pt x="3197" y="198"/>
                    <a:pt x="3168" y="80"/>
                    <a:pt x="3092" y="80"/>
                  </a:cubicBezTo>
                  <a:cubicBezTo>
                    <a:pt x="3087" y="80"/>
                    <a:pt x="3082" y="80"/>
                    <a:pt x="3076" y="81"/>
                  </a:cubicBezTo>
                  <a:cubicBezTo>
                    <a:pt x="2643" y="173"/>
                    <a:pt x="2202" y="219"/>
                    <a:pt x="1762" y="219"/>
                  </a:cubicBezTo>
                  <a:cubicBezTo>
                    <a:pt x="1208" y="219"/>
                    <a:pt x="655" y="147"/>
                    <a:pt x="117" y="4"/>
                  </a:cubicBezTo>
                  <a:cubicBezTo>
                    <a:pt x="110" y="2"/>
                    <a:pt x="103" y="1"/>
                    <a:pt x="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25"/>
            <p:cNvSpPr/>
            <p:nvPr/>
          </p:nvSpPr>
          <p:spPr>
            <a:xfrm>
              <a:off x="8050429" y="2268202"/>
              <a:ext cx="12034" cy="69150"/>
            </a:xfrm>
            <a:custGeom>
              <a:avLst/>
              <a:gdLst/>
              <a:ahLst/>
              <a:cxnLst/>
              <a:rect l="l" t="t" r="r" b="b"/>
              <a:pathLst>
                <a:path w="607" h="3488" extrusionOk="0">
                  <a:moveTo>
                    <a:pt x="539" y="1"/>
                  </a:moveTo>
                  <a:cubicBezTo>
                    <a:pt x="504" y="1"/>
                    <a:pt x="466" y="23"/>
                    <a:pt x="461" y="67"/>
                  </a:cubicBezTo>
                  <a:cubicBezTo>
                    <a:pt x="349" y="1184"/>
                    <a:pt x="197" y="2295"/>
                    <a:pt x="11" y="3399"/>
                  </a:cubicBezTo>
                  <a:cubicBezTo>
                    <a:pt x="1" y="3453"/>
                    <a:pt x="46" y="3488"/>
                    <a:pt x="86" y="3488"/>
                  </a:cubicBezTo>
                  <a:cubicBezTo>
                    <a:pt x="114" y="3488"/>
                    <a:pt x="139" y="3472"/>
                    <a:pt x="145" y="3437"/>
                  </a:cubicBezTo>
                  <a:cubicBezTo>
                    <a:pt x="335" y="2320"/>
                    <a:pt x="489" y="1195"/>
                    <a:pt x="602" y="67"/>
                  </a:cubicBezTo>
                  <a:cubicBezTo>
                    <a:pt x="607" y="23"/>
                    <a:pt x="574" y="1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25"/>
            <p:cNvSpPr/>
            <p:nvPr/>
          </p:nvSpPr>
          <p:spPr>
            <a:xfrm>
              <a:off x="7999361" y="2323592"/>
              <a:ext cx="4401" cy="8505"/>
            </a:xfrm>
            <a:custGeom>
              <a:avLst/>
              <a:gdLst/>
              <a:ahLst/>
              <a:cxnLst/>
              <a:rect l="l" t="t" r="r" b="b"/>
              <a:pathLst>
                <a:path w="222" h="429" extrusionOk="0">
                  <a:moveTo>
                    <a:pt x="182" y="283"/>
                  </a:moveTo>
                  <a:cubicBezTo>
                    <a:pt x="182" y="284"/>
                    <a:pt x="183" y="284"/>
                    <a:pt x="183" y="285"/>
                  </a:cubicBezTo>
                  <a:cubicBezTo>
                    <a:pt x="183" y="284"/>
                    <a:pt x="182" y="283"/>
                    <a:pt x="182" y="283"/>
                  </a:cubicBezTo>
                  <a:close/>
                  <a:moveTo>
                    <a:pt x="78" y="0"/>
                  </a:moveTo>
                  <a:cubicBezTo>
                    <a:pt x="39" y="4"/>
                    <a:pt x="11" y="32"/>
                    <a:pt x="7" y="70"/>
                  </a:cubicBezTo>
                  <a:cubicBezTo>
                    <a:pt x="0" y="183"/>
                    <a:pt x="25" y="295"/>
                    <a:pt x="81" y="394"/>
                  </a:cubicBezTo>
                  <a:cubicBezTo>
                    <a:pt x="93" y="415"/>
                    <a:pt x="118" y="428"/>
                    <a:pt x="142" y="428"/>
                  </a:cubicBezTo>
                  <a:cubicBezTo>
                    <a:pt x="154" y="428"/>
                    <a:pt x="166" y="425"/>
                    <a:pt x="176" y="418"/>
                  </a:cubicBezTo>
                  <a:cubicBezTo>
                    <a:pt x="208" y="397"/>
                    <a:pt x="222" y="359"/>
                    <a:pt x="201" y="323"/>
                  </a:cubicBezTo>
                  <a:cubicBezTo>
                    <a:pt x="197" y="313"/>
                    <a:pt x="190" y="302"/>
                    <a:pt x="187" y="292"/>
                  </a:cubicBezTo>
                  <a:cubicBezTo>
                    <a:pt x="184" y="289"/>
                    <a:pt x="178" y="279"/>
                    <a:pt x="179" y="279"/>
                  </a:cubicBezTo>
                  <a:lnTo>
                    <a:pt x="179" y="279"/>
                  </a:lnTo>
                  <a:cubicBezTo>
                    <a:pt x="179" y="279"/>
                    <a:pt x="180" y="280"/>
                    <a:pt x="182" y="283"/>
                  </a:cubicBezTo>
                  <a:lnTo>
                    <a:pt x="182" y="283"/>
                  </a:lnTo>
                  <a:cubicBezTo>
                    <a:pt x="180" y="279"/>
                    <a:pt x="179" y="274"/>
                    <a:pt x="176" y="271"/>
                  </a:cubicBezTo>
                  <a:cubicBezTo>
                    <a:pt x="169" y="250"/>
                    <a:pt x="162" y="225"/>
                    <a:pt x="155" y="200"/>
                  </a:cubicBezTo>
                  <a:cubicBezTo>
                    <a:pt x="155" y="197"/>
                    <a:pt x="155" y="190"/>
                    <a:pt x="152" y="183"/>
                  </a:cubicBezTo>
                  <a:cubicBezTo>
                    <a:pt x="152" y="183"/>
                    <a:pt x="151" y="178"/>
                    <a:pt x="150" y="174"/>
                  </a:cubicBezTo>
                  <a:lnTo>
                    <a:pt x="150" y="174"/>
                  </a:lnTo>
                  <a:cubicBezTo>
                    <a:pt x="151" y="175"/>
                    <a:pt x="151" y="176"/>
                    <a:pt x="151" y="176"/>
                  </a:cubicBezTo>
                  <a:cubicBezTo>
                    <a:pt x="151" y="176"/>
                    <a:pt x="152" y="175"/>
                    <a:pt x="152" y="172"/>
                  </a:cubicBezTo>
                  <a:cubicBezTo>
                    <a:pt x="151" y="170"/>
                    <a:pt x="150" y="169"/>
                    <a:pt x="150" y="169"/>
                  </a:cubicBezTo>
                  <a:lnTo>
                    <a:pt x="150" y="169"/>
                  </a:lnTo>
                  <a:cubicBezTo>
                    <a:pt x="150" y="169"/>
                    <a:pt x="150" y="171"/>
                    <a:pt x="150" y="174"/>
                  </a:cubicBezTo>
                  <a:lnTo>
                    <a:pt x="150" y="174"/>
                  </a:lnTo>
                  <a:cubicBezTo>
                    <a:pt x="149" y="171"/>
                    <a:pt x="148" y="164"/>
                    <a:pt x="148" y="162"/>
                  </a:cubicBezTo>
                  <a:cubicBezTo>
                    <a:pt x="148" y="155"/>
                    <a:pt x="148" y="151"/>
                    <a:pt x="148" y="144"/>
                  </a:cubicBezTo>
                  <a:cubicBezTo>
                    <a:pt x="148" y="120"/>
                    <a:pt x="148" y="95"/>
                    <a:pt x="148" y="70"/>
                  </a:cubicBezTo>
                  <a:cubicBezTo>
                    <a:pt x="152" y="35"/>
                    <a:pt x="113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5"/>
            <p:cNvSpPr/>
            <p:nvPr/>
          </p:nvSpPr>
          <p:spPr>
            <a:xfrm>
              <a:off x="8003683" y="2320142"/>
              <a:ext cx="6146" cy="9338"/>
            </a:xfrm>
            <a:custGeom>
              <a:avLst/>
              <a:gdLst/>
              <a:ahLst/>
              <a:cxnLst/>
              <a:rect l="l" t="t" r="r" b="b"/>
              <a:pathLst>
                <a:path w="310" h="471" extrusionOk="0">
                  <a:moveTo>
                    <a:pt x="76" y="0"/>
                  </a:moveTo>
                  <a:cubicBezTo>
                    <a:pt x="63" y="0"/>
                    <a:pt x="52" y="3"/>
                    <a:pt x="42" y="9"/>
                  </a:cubicBezTo>
                  <a:cubicBezTo>
                    <a:pt x="7" y="33"/>
                    <a:pt x="0" y="69"/>
                    <a:pt x="18" y="107"/>
                  </a:cubicBezTo>
                  <a:cubicBezTo>
                    <a:pt x="67" y="216"/>
                    <a:pt x="120" y="325"/>
                    <a:pt x="173" y="434"/>
                  </a:cubicBezTo>
                  <a:cubicBezTo>
                    <a:pt x="182" y="458"/>
                    <a:pt x="208" y="471"/>
                    <a:pt x="234" y="471"/>
                  </a:cubicBezTo>
                  <a:cubicBezTo>
                    <a:pt x="245" y="471"/>
                    <a:pt x="257" y="468"/>
                    <a:pt x="267" y="462"/>
                  </a:cubicBezTo>
                  <a:cubicBezTo>
                    <a:pt x="303" y="438"/>
                    <a:pt x="310" y="399"/>
                    <a:pt x="292" y="364"/>
                  </a:cubicBezTo>
                  <a:cubicBezTo>
                    <a:pt x="239" y="255"/>
                    <a:pt x="190" y="146"/>
                    <a:pt x="137" y="33"/>
                  </a:cubicBezTo>
                  <a:cubicBezTo>
                    <a:pt x="128" y="12"/>
                    <a:pt x="101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5"/>
            <p:cNvSpPr/>
            <p:nvPr/>
          </p:nvSpPr>
          <p:spPr>
            <a:xfrm>
              <a:off x="8004158" y="2151317"/>
              <a:ext cx="23096" cy="84276"/>
            </a:xfrm>
            <a:custGeom>
              <a:avLst/>
              <a:gdLst/>
              <a:ahLst/>
              <a:cxnLst/>
              <a:rect l="l" t="t" r="r" b="b"/>
              <a:pathLst>
                <a:path w="1165" h="4251" extrusionOk="0">
                  <a:moveTo>
                    <a:pt x="1066" y="0"/>
                  </a:moveTo>
                  <a:cubicBezTo>
                    <a:pt x="1050" y="0"/>
                    <a:pt x="1034" y="7"/>
                    <a:pt x="1020" y="23"/>
                  </a:cubicBezTo>
                  <a:cubicBezTo>
                    <a:pt x="591" y="532"/>
                    <a:pt x="92" y="1112"/>
                    <a:pt x="29" y="1805"/>
                  </a:cubicBezTo>
                  <a:cubicBezTo>
                    <a:pt x="1" y="2118"/>
                    <a:pt x="106" y="2399"/>
                    <a:pt x="373" y="2578"/>
                  </a:cubicBezTo>
                  <a:cubicBezTo>
                    <a:pt x="507" y="2669"/>
                    <a:pt x="665" y="2729"/>
                    <a:pt x="788" y="2838"/>
                  </a:cubicBezTo>
                  <a:cubicBezTo>
                    <a:pt x="901" y="2940"/>
                    <a:pt x="974" y="3077"/>
                    <a:pt x="1003" y="3221"/>
                  </a:cubicBezTo>
                  <a:cubicBezTo>
                    <a:pt x="1038" y="3404"/>
                    <a:pt x="992" y="3569"/>
                    <a:pt x="904" y="3727"/>
                  </a:cubicBezTo>
                  <a:cubicBezTo>
                    <a:pt x="820" y="3882"/>
                    <a:pt x="732" y="4040"/>
                    <a:pt x="813" y="4212"/>
                  </a:cubicBezTo>
                  <a:cubicBezTo>
                    <a:pt x="824" y="4239"/>
                    <a:pt x="844" y="4250"/>
                    <a:pt x="865" y="4250"/>
                  </a:cubicBezTo>
                  <a:cubicBezTo>
                    <a:pt x="910" y="4250"/>
                    <a:pt x="959" y="4199"/>
                    <a:pt x="932" y="4142"/>
                  </a:cubicBezTo>
                  <a:cubicBezTo>
                    <a:pt x="866" y="3994"/>
                    <a:pt x="1024" y="3819"/>
                    <a:pt x="1083" y="3689"/>
                  </a:cubicBezTo>
                  <a:cubicBezTo>
                    <a:pt x="1140" y="3566"/>
                    <a:pt x="1164" y="3425"/>
                    <a:pt x="1150" y="3291"/>
                  </a:cubicBezTo>
                  <a:cubicBezTo>
                    <a:pt x="1129" y="3003"/>
                    <a:pt x="971" y="2775"/>
                    <a:pt x="732" y="2627"/>
                  </a:cubicBezTo>
                  <a:cubicBezTo>
                    <a:pt x="605" y="2546"/>
                    <a:pt x="465" y="2487"/>
                    <a:pt x="352" y="2385"/>
                  </a:cubicBezTo>
                  <a:cubicBezTo>
                    <a:pt x="236" y="2279"/>
                    <a:pt x="177" y="2132"/>
                    <a:pt x="166" y="1977"/>
                  </a:cubicBezTo>
                  <a:cubicBezTo>
                    <a:pt x="145" y="1650"/>
                    <a:pt x="279" y="1327"/>
                    <a:pt x="437" y="1049"/>
                  </a:cubicBezTo>
                  <a:cubicBezTo>
                    <a:pt x="627" y="712"/>
                    <a:pt x="873" y="416"/>
                    <a:pt x="1119" y="121"/>
                  </a:cubicBezTo>
                  <a:cubicBezTo>
                    <a:pt x="1164" y="70"/>
                    <a:pt x="1117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5"/>
            <p:cNvSpPr/>
            <p:nvPr/>
          </p:nvSpPr>
          <p:spPr>
            <a:xfrm>
              <a:off x="8031278" y="2192394"/>
              <a:ext cx="7296" cy="34971"/>
            </a:xfrm>
            <a:custGeom>
              <a:avLst/>
              <a:gdLst/>
              <a:ahLst/>
              <a:cxnLst/>
              <a:rect l="l" t="t" r="r" b="b"/>
              <a:pathLst>
                <a:path w="368" h="1764" extrusionOk="0">
                  <a:moveTo>
                    <a:pt x="268" y="0"/>
                  </a:moveTo>
                  <a:cubicBezTo>
                    <a:pt x="247" y="0"/>
                    <a:pt x="226" y="9"/>
                    <a:pt x="211" y="31"/>
                  </a:cubicBezTo>
                  <a:cubicBezTo>
                    <a:pt x="123" y="165"/>
                    <a:pt x="32" y="313"/>
                    <a:pt x="28" y="478"/>
                  </a:cubicBezTo>
                  <a:cubicBezTo>
                    <a:pt x="21" y="643"/>
                    <a:pt x="137" y="763"/>
                    <a:pt x="162" y="921"/>
                  </a:cubicBezTo>
                  <a:cubicBezTo>
                    <a:pt x="186" y="1054"/>
                    <a:pt x="116" y="1195"/>
                    <a:pt x="74" y="1318"/>
                  </a:cubicBezTo>
                  <a:cubicBezTo>
                    <a:pt x="32" y="1448"/>
                    <a:pt x="0" y="1585"/>
                    <a:pt x="49" y="1715"/>
                  </a:cubicBezTo>
                  <a:cubicBezTo>
                    <a:pt x="61" y="1749"/>
                    <a:pt x="89" y="1763"/>
                    <a:pt x="118" y="1763"/>
                  </a:cubicBezTo>
                  <a:cubicBezTo>
                    <a:pt x="160" y="1763"/>
                    <a:pt x="202" y="1730"/>
                    <a:pt x="183" y="1680"/>
                  </a:cubicBezTo>
                  <a:cubicBezTo>
                    <a:pt x="95" y="1434"/>
                    <a:pt x="320" y="1195"/>
                    <a:pt x="306" y="945"/>
                  </a:cubicBezTo>
                  <a:cubicBezTo>
                    <a:pt x="299" y="805"/>
                    <a:pt x="207" y="699"/>
                    <a:pt x="176" y="566"/>
                  </a:cubicBezTo>
                  <a:cubicBezTo>
                    <a:pt x="134" y="397"/>
                    <a:pt x="243" y="235"/>
                    <a:pt x="330" y="102"/>
                  </a:cubicBezTo>
                  <a:cubicBezTo>
                    <a:pt x="367" y="50"/>
                    <a:pt x="318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●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○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■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●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○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■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●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○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■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2" r:id="rId12"/>
    <p:sldLayoutId id="2147483663" r:id="rId13"/>
    <p:sldLayoutId id="2147483665" r:id="rId14"/>
    <p:sldLayoutId id="2147483667" r:id="rId15"/>
    <p:sldLayoutId id="2147483670" r:id="rId16"/>
    <p:sldLayoutId id="2147483671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29"/>
          <p:cNvSpPr txBox="1">
            <a:spLocks noGrp="1"/>
          </p:cNvSpPr>
          <p:nvPr>
            <p:ph type="ctrTitle"/>
          </p:nvPr>
        </p:nvSpPr>
        <p:spPr>
          <a:xfrm>
            <a:off x="3236305" y="1481537"/>
            <a:ext cx="5305200" cy="15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LinkedIn Job Postings Analysis(2023-2024)</a:t>
            </a:r>
            <a:endParaRPr sz="4000" dirty="0"/>
          </a:p>
        </p:txBody>
      </p:sp>
      <p:sp>
        <p:nvSpPr>
          <p:cNvPr id="1560" name="Google Shape;1560;p29"/>
          <p:cNvSpPr txBox="1">
            <a:spLocks noGrp="1"/>
          </p:cNvSpPr>
          <p:nvPr>
            <p:ph type="subTitle" idx="1"/>
          </p:nvPr>
        </p:nvSpPr>
        <p:spPr>
          <a:xfrm>
            <a:off x="3125800" y="3452586"/>
            <a:ext cx="53052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(Project2)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</a:t>
            </a:r>
            <a:r>
              <a:rPr lang="en" dirty="0"/>
              <a:t>ame: Fatima Jawad Isa </a:t>
            </a:r>
          </a:p>
        </p:txBody>
      </p:sp>
      <p:grpSp>
        <p:nvGrpSpPr>
          <p:cNvPr id="1561" name="Google Shape;1561;p29"/>
          <p:cNvGrpSpPr/>
          <p:nvPr/>
        </p:nvGrpSpPr>
        <p:grpSpPr>
          <a:xfrm rot="1215945">
            <a:off x="8430544" y="4070586"/>
            <a:ext cx="440348" cy="862494"/>
            <a:chOff x="7985008" y="2151317"/>
            <a:chExt cx="96566" cy="189148"/>
          </a:xfrm>
        </p:grpSpPr>
        <p:sp>
          <p:nvSpPr>
            <p:cNvPr id="1562" name="Google Shape;1562;p29"/>
            <p:cNvSpPr/>
            <p:nvPr/>
          </p:nvSpPr>
          <p:spPr>
            <a:xfrm>
              <a:off x="7985008" y="2242311"/>
              <a:ext cx="79102" cy="98154"/>
            </a:xfrm>
            <a:custGeom>
              <a:avLst/>
              <a:gdLst/>
              <a:ahLst/>
              <a:cxnLst/>
              <a:rect l="l" t="t" r="r" b="b"/>
              <a:pathLst>
                <a:path w="3990" h="4951" extrusionOk="0">
                  <a:moveTo>
                    <a:pt x="2062" y="1"/>
                  </a:moveTo>
                  <a:cubicBezTo>
                    <a:pt x="1471" y="1"/>
                    <a:pt x="771" y="58"/>
                    <a:pt x="0" y="230"/>
                  </a:cubicBezTo>
                  <a:lnTo>
                    <a:pt x="415" y="4951"/>
                  </a:lnTo>
                  <a:lnTo>
                    <a:pt x="3336" y="4951"/>
                  </a:lnTo>
                  <a:lnTo>
                    <a:pt x="3990" y="230"/>
                  </a:lnTo>
                  <a:cubicBezTo>
                    <a:pt x="3990" y="230"/>
                    <a:pt x="3244" y="1"/>
                    <a:pt x="20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9"/>
            <p:cNvSpPr/>
            <p:nvPr/>
          </p:nvSpPr>
          <p:spPr>
            <a:xfrm>
              <a:off x="7985008" y="2240805"/>
              <a:ext cx="77436" cy="12073"/>
            </a:xfrm>
            <a:custGeom>
              <a:avLst/>
              <a:gdLst/>
              <a:ahLst/>
              <a:cxnLst/>
              <a:rect l="l" t="t" r="r" b="b"/>
              <a:pathLst>
                <a:path w="3906" h="609" extrusionOk="0">
                  <a:moveTo>
                    <a:pt x="1951" y="1"/>
                  </a:moveTo>
                  <a:cubicBezTo>
                    <a:pt x="872" y="1"/>
                    <a:pt x="0" y="138"/>
                    <a:pt x="0" y="306"/>
                  </a:cubicBezTo>
                  <a:cubicBezTo>
                    <a:pt x="0" y="475"/>
                    <a:pt x="872" y="609"/>
                    <a:pt x="1951" y="609"/>
                  </a:cubicBezTo>
                  <a:cubicBezTo>
                    <a:pt x="3030" y="609"/>
                    <a:pt x="3905" y="475"/>
                    <a:pt x="3905" y="306"/>
                  </a:cubicBezTo>
                  <a:cubicBezTo>
                    <a:pt x="3905" y="138"/>
                    <a:pt x="3030" y="1"/>
                    <a:pt x="19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9"/>
            <p:cNvSpPr/>
            <p:nvPr/>
          </p:nvSpPr>
          <p:spPr>
            <a:xfrm>
              <a:off x="8048129" y="2259400"/>
              <a:ext cx="33445" cy="58285"/>
            </a:xfrm>
            <a:custGeom>
              <a:avLst/>
              <a:gdLst/>
              <a:ahLst/>
              <a:cxnLst/>
              <a:rect l="l" t="t" r="r" b="b"/>
              <a:pathLst>
                <a:path w="1687" h="2940" extrusionOk="0">
                  <a:moveTo>
                    <a:pt x="756" y="0"/>
                  </a:moveTo>
                  <a:cubicBezTo>
                    <a:pt x="749" y="0"/>
                    <a:pt x="742" y="0"/>
                    <a:pt x="735" y="1"/>
                  </a:cubicBezTo>
                  <a:lnTo>
                    <a:pt x="454" y="602"/>
                  </a:lnTo>
                  <a:cubicBezTo>
                    <a:pt x="454" y="602"/>
                    <a:pt x="886" y="690"/>
                    <a:pt x="922" y="1470"/>
                  </a:cubicBezTo>
                  <a:cubicBezTo>
                    <a:pt x="949" y="2081"/>
                    <a:pt x="364" y="2146"/>
                    <a:pt x="112" y="2146"/>
                  </a:cubicBezTo>
                  <a:cubicBezTo>
                    <a:pt x="44" y="2146"/>
                    <a:pt x="1" y="2141"/>
                    <a:pt x="1" y="2141"/>
                  </a:cubicBezTo>
                  <a:lnTo>
                    <a:pt x="1" y="2939"/>
                  </a:lnTo>
                  <a:cubicBezTo>
                    <a:pt x="995" y="2939"/>
                    <a:pt x="1515" y="2423"/>
                    <a:pt x="1603" y="1512"/>
                  </a:cubicBezTo>
                  <a:cubicBezTo>
                    <a:pt x="1686" y="623"/>
                    <a:pt x="1126" y="0"/>
                    <a:pt x="7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9"/>
            <p:cNvSpPr/>
            <p:nvPr/>
          </p:nvSpPr>
          <p:spPr>
            <a:xfrm>
              <a:off x="7987090" y="2249171"/>
              <a:ext cx="63400" cy="7137"/>
            </a:xfrm>
            <a:custGeom>
              <a:avLst/>
              <a:gdLst/>
              <a:ahLst/>
              <a:cxnLst/>
              <a:rect l="l" t="t" r="r" b="b"/>
              <a:pathLst>
                <a:path w="3198" h="360" extrusionOk="0">
                  <a:moveTo>
                    <a:pt x="97" y="1"/>
                  </a:moveTo>
                  <a:cubicBezTo>
                    <a:pt x="27" y="1"/>
                    <a:pt x="1" y="118"/>
                    <a:pt x="82" y="137"/>
                  </a:cubicBezTo>
                  <a:cubicBezTo>
                    <a:pt x="630" y="286"/>
                    <a:pt x="1196" y="359"/>
                    <a:pt x="1761" y="359"/>
                  </a:cubicBezTo>
                  <a:cubicBezTo>
                    <a:pt x="2214" y="359"/>
                    <a:pt x="2667" y="312"/>
                    <a:pt x="3111" y="218"/>
                  </a:cubicBezTo>
                  <a:cubicBezTo>
                    <a:pt x="3197" y="198"/>
                    <a:pt x="3168" y="80"/>
                    <a:pt x="3092" y="80"/>
                  </a:cubicBezTo>
                  <a:cubicBezTo>
                    <a:pt x="3087" y="80"/>
                    <a:pt x="3082" y="80"/>
                    <a:pt x="3076" y="81"/>
                  </a:cubicBezTo>
                  <a:cubicBezTo>
                    <a:pt x="2643" y="173"/>
                    <a:pt x="2202" y="219"/>
                    <a:pt x="1762" y="219"/>
                  </a:cubicBezTo>
                  <a:cubicBezTo>
                    <a:pt x="1208" y="219"/>
                    <a:pt x="655" y="147"/>
                    <a:pt x="117" y="4"/>
                  </a:cubicBezTo>
                  <a:cubicBezTo>
                    <a:pt x="110" y="2"/>
                    <a:pt x="103" y="1"/>
                    <a:pt x="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9"/>
            <p:cNvSpPr/>
            <p:nvPr/>
          </p:nvSpPr>
          <p:spPr>
            <a:xfrm>
              <a:off x="8050429" y="2268202"/>
              <a:ext cx="12034" cy="69150"/>
            </a:xfrm>
            <a:custGeom>
              <a:avLst/>
              <a:gdLst/>
              <a:ahLst/>
              <a:cxnLst/>
              <a:rect l="l" t="t" r="r" b="b"/>
              <a:pathLst>
                <a:path w="607" h="3488" extrusionOk="0">
                  <a:moveTo>
                    <a:pt x="539" y="1"/>
                  </a:moveTo>
                  <a:cubicBezTo>
                    <a:pt x="504" y="1"/>
                    <a:pt x="466" y="23"/>
                    <a:pt x="461" y="67"/>
                  </a:cubicBezTo>
                  <a:cubicBezTo>
                    <a:pt x="349" y="1184"/>
                    <a:pt x="197" y="2295"/>
                    <a:pt x="11" y="3399"/>
                  </a:cubicBezTo>
                  <a:cubicBezTo>
                    <a:pt x="1" y="3453"/>
                    <a:pt x="46" y="3488"/>
                    <a:pt x="86" y="3488"/>
                  </a:cubicBezTo>
                  <a:cubicBezTo>
                    <a:pt x="114" y="3488"/>
                    <a:pt x="139" y="3472"/>
                    <a:pt x="145" y="3437"/>
                  </a:cubicBezTo>
                  <a:cubicBezTo>
                    <a:pt x="335" y="2320"/>
                    <a:pt x="489" y="1195"/>
                    <a:pt x="602" y="67"/>
                  </a:cubicBezTo>
                  <a:cubicBezTo>
                    <a:pt x="607" y="23"/>
                    <a:pt x="574" y="1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9"/>
            <p:cNvSpPr/>
            <p:nvPr/>
          </p:nvSpPr>
          <p:spPr>
            <a:xfrm>
              <a:off x="7999361" y="2323592"/>
              <a:ext cx="4401" cy="8505"/>
            </a:xfrm>
            <a:custGeom>
              <a:avLst/>
              <a:gdLst/>
              <a:ahLst/>
              <a:cxnLst/>
              <a:rect l="l" t="t" r="r" b="b"/>
              <a:pathLst>
                <a:path w="222" h="429" extrusionOk="0">
                  <a:moveTo>
                    <a:pt x="182" y="283"/>
                  </a:moveTo>
                  <a:cubicBezTo>
                    <a:pt x="182" y="284"/>
                    <a:pt x="183" y="284"/>
                    <a:pt x="183" y="285"/>
                  </a:cubicBezTo>
                  <a:cubicBezTo>
                    <a:pt x="183" y="284"/>
                    <a:pt x="182" y="283"/>
                    <a:pt x="182" y="283"/>
                  </a:cubicBezTo>
                  <a:close/>
                  <a:moveTo>
                    <a:pt x="78" y="0"/>
                  </a:moveTo>
                  <a:cubicBezTo>
                    <a:pt x="39" y="4"/>
                    <a:pt x="11" y="32"/>
                    <a:pt x="7" y="70"/>
                  </a:cubicBezTo>
                  <a:cubicBezTo>
                    <a:pt x="0" y="183"/>
                    <a:pt x="25" y="295"/>
                    <a:pt x="81" y="394"/>
                  </a:cubicBezTo>
                  <a:cubicBezTo>
                    <a:pt x="93" y="415"/>
                    <a:pt x="118" y="428"/>
                    <a:pt x="142" y="428"/>
                  </a:cubicBezTo>
                  <a:cubicBezTo>
                    <a:pt x="154" y="428"/>
                    <a:pt x="166" y="425"/>
                    <a:pt x="176" y="418"/>
                  </a:cubicBezTo>
                  <a:cubicBezTo>
                    <a:pt x="208" y="397"/>
                    <a:pt x="222" y="359"/>
                    <a:pt x="201" y="323"/>
                  </a:cubicBezTo>
                  <a:cubicBezTo>
                    <a:pt x="197" y="313"/>
                    <a:pt x="190" y="302"/>
                    <a:pt x="187" y="292"/>
                  </a:cubicBezTo>
                  <a:cubicBezTo>
                    <a:pt x="184" y="289"/>
                    <a:pt x="178" y="279"/>
                    <a:pt x="179" y="279"/>
                  </a:cubicBezTo>
                  <a:lnTo>
                    <a:pt x="179" y="279"/>
                  </a:lnTo>
                  <a:cubicBezTo>
                    <a:pt x="179" y="279"/>
                    <a:pt x="180" y="280"/>
                    <a:pt x="182" y="283"/>
                  </a:cubicBezTo>
                  <a:lnTo>
                    <a:pt x="182" y="283"/>
                  </a:lnTo>
                  <a:cubicBezTo>
                    <a:pt x="180" y="279"/>
                    <a:pt x="179" y="274"/>
                    <a:pt x="176" y="271"/>
                  </a:cubicBezTo>
                  <a:cubicBezTo>
                    <a:pt x="169" y="250"/>
                    <a:pt x="162" y="225"/>
                    <a:pt x="155" y="200"/>
                  </a:cubicBezTo>
                  <a:cubicBezTo>
                    <a:pt x="155" y="197"/>
                    <a:pt x="155" y="190"/>
                    <a:pt x="152" y="183"/>
                  </a:cubicBezTo>
                  <a:cubicBezTo>
                    <a:pt x="152" y="183"/>
                    <a:pt x="151" y="178"/>
                    <a:pt x="150" y="174"/>
                  </a:cubicBezTo>
                  <a:lnTo>
                    <a:pt x="150" y="174"/>
                  </a:lnTo>
                  <a:cubicBezTo>
                    <a:pt x="151" y="175"/>
                    <a:pt x="151" y="176"/>
                    <a:pt x="151" y="176"/>
                  </a:cubicBezTo>
                  <a:cubicBezTo>
                    <a:pt x="151" y="176"/>
                    <a:pt x="152" y="175"/>
                    <a:pt x="152" y="172"/>
                  </a:cubicBezTo>
                  <a:cubicBezTo>
                    <a:pt x="151" y="170"/>
                    <a:pt x="150" y="169"/>
                    <a:pt x="150" y="169"/>
                  </a:cubicBezTo>
                  <a:lnTo>
                    <a:pt x="150" y="169"/>
                  </a:lnTo>
                  <a:cubicBezTo>
                    <a:pt x="150" y="169"/>
                    <a:pt x="150" y="171"/>
                    <a:pt x="150" y="174"/>
                  </a:cubicBezTo>
                  <a:lnTo>
                    <a:pt x="150" y="174"/>
                  </a:lnTo>
                  <a:cubicBezTo>
                    <a:pt x="149" y="171"/>
                    <a:pt x="148" y="164"/>
                    <a:pt x="148" y="162"/>
                  </a:cubicBezTo>
                  <a:cubicBezTo>
                    <a:pt x="148" y="155"/>
                    <a:pt x="148" y="151"/>
                    <a:pt x="148" y="144"/>
                  </a:cubicBezTo>
                  <a:cubicBezTo>
                    <a:pt x="148" y="120"/>
                    <a:pt x="148" y="95"/>
                    <a:pt x="148" y="70"/>
                  </a:cubicBezTo>
                  <a:cubicBezTo>
                    <a:pt x="152" y="35"/>
                    <a:pt x="113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9"/>
            <p:cNvSpPr/>
            <p:nvPr/>
          </p:nvSpPr>
          <p:spPr>
            <a:xfrm>
              <a:off x="8003683" y="2320142"/>
              <a:ext cx="6146" cy="9338"/>
            </a:xfrm>
            <a:custGeom>
              <a:avLst/>
              <a:gdLst/>
              <a:ahLst/>
              <a:cxnLst/>
              <a:rect l="l" t="t" r="r" b="b"/>
              <a:pathLst>
                <a:path w="310" h="471" extrusionOk="0">
                  <a:moveTo>
                    <a:pt x="76" y="0"/>
                  </a:moveTo>
                  <a:cubicBezTo>
                    <a:pt x="63" y="0"/>
                    <a:pt x="52" y="3"/>
                    <a:pt x="42" y="9"/>
                  </a:cubicBezTo>
                  <a:cubicBezTo>
                    <a:pt x="7" y="33"/>
                    <a:pt x="0" y="69"/>
                    <a:pt x="18" y="107"/>
                  </a:cubicBezTo>
                  <a:cubicBezTo>
                    <a:pt x="67" y="216"/>
                    <a:pt x="120" y="325"/>
                    <a:pt x="173" y="434"/>
                  </a:cubicBezTo>
                  <a:cubicBezTo>
                    <a:pt x="182" y="458"/>
                    <a:pt x="208" y="471"/>
                    <a:pt x="234" y="471"/>
                  </a:cubicBezTo>
                  <a:cubicBezTo>
                    <a:pt x="245" y="471"/>
                    <a:pt x="257" y="468"/>
                    <a:pt x="267" y="462"/>
                  </a:cubicBezTo>
                  <a:cubicBezTo>
                    <a:pt x="303" y="438"/>
                    <a:pt x="310" y="399"/>
                    <a:pt x="292" y="364"/>
                  </a:cubicBezTo>
                  <a:cubicBezTo>
                    <a:pt x="239" y="255"/>
                    <a:pt x="190" y="146"/>
                    <a:pt x="137" y="33"/>
                  </a:cubicBezTo>
                  <a:cubicBezTo>
                    <a:pt x="128" y="12"/>
                    <a:pt x="101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9"/>
            <p:cNvSpPr/>
            <p:nvPr/>
          </p:nvSpPr>
          <p:spPr>
            <a:xfrm>
              <a:off x="8004158" y="2151317"/>
              <a:ext cx="23096" cy="84276"/>
            </a:xfrm>
            <a:custGeom>
              <a:avLst/>
              <a:gdLst/>
              <a:ahLst/>
              <a:cxnLst/>
              <a:rect l="l" t="t" r="r" b="b"/>
              <a:pathLst>
                <a:path w="1165" h="4251" extrusionOk="0">
                  <a:moveTo>
                    <a:pt x="1066" y="0"/>
                  </a:moveTo>
                  <a:cubicBezTo>
                    <a:pt x="1050" y="0"/>
                    <a:pt x="1034" y="7"/>
                    <a:pt x="1020" y="23"/>
                  </a:cubicBezTo>
                  <a:cubicBezTo>
                    <a:pt x="591" y="532"/>
                    <a:pt x="92" y="1112"/>
                    <a:pt x="29" y="1805"/>
                  </a:cubicBezTo>
                  <a:cubicBezTo>
                    <a:pt x="1" y="2118"/>
                    <a:pt x="106" y="2399"/>
                    <a:pt x="373" y="2578"/>
                  </a:cubicBezTo>
                  <a:cubicBezTo>
                    <a:pt x="507" y="2669"/>
                    <a:pt x="665" y="2729"/>
                    <a:pt x="788" y="2838"/>
                  </a:cubicBezTo>
                  <a:cubicBezTo>
                    <a:pt x="901" y="2940"/>
                    <a:pt x="974" y="3077"/>
                    <a:pt x="1003" y="3221"/>
                  </a:cubicBezTo>
                  <a:cubicBezTo>
                    <a:pt x="1038" y="3404"/>
                    <a:pt x="992" y="3569"/>
                    <a:pt x="904" y="3727"/>
                  </a:cubicBezTo>
                  <a:cubicBezTo>
                    <a:pt x="820" y="3882"/>
                    <a:pt x="732" y="4040"/>
                    <a:pt x="813" y="4212"/>
                  </a:cubicBezTo>
                  <a:cubicBezTo>
                    <a:pt x="824" y="4239"/>
                    <a:pt x="844" y="4250"/>
                    <a:pt x="865" y="4250"/>
                  </a:cubicBezTo>
                  <a:cubicBezTo>
                    <a:pt x="910" y="4250"/>
                    <a:pt x="959" y="4199"/>
                    <a:pt x="932" y="4142"/>
                  </a:cubicBezTo>
                  <a:cubicBezTo>
                    <a:pt x="866" y="3994"/>
                    <a:pt x="1024" y="3819"/>
                    <a:pt x="1083" y="3689"/>
                  </a:cubicBezTo>
                  <a:cubicBezTo>
                    <a:pt x="1140" y="3566"/>
                    <a:pt x="1164" y="3425"/>
                    <a:pt x="1150" y="3291"/>
                  </a:cubicBezTo>
                  <a:cubicBezTo>
                    <a:pt x="1129" y="3003"/>
                    <a:pt x="971" y="2775"/>
                    <a:pt x="732" y="2627"/>
                  </a:cubicBezTo>
                  <a:cubicBezTo>
                    <a:pt x="605" y="2546"/>
                    <a:pt x="465" y="2487"/>
                    <a:pt x="352" y="2385"/>
                  </a:cubicBezTo>
                  <a:cubicBezTo>
                    <a:pt x="236" y="2279"/>
                    <a:pt x="177" y="2132"/>
                    <a:pt x="166" y="1977"/>
                  </a:cubicBezTo>
                  <a:cubicBezTo>
                    <a:pt x="145" y="1650"/>
                    <a:pt x="279" y="1327"/>
                    <a:pt x="437" y="1049"/>
                  </a:cubicBezTo>
                  <a:cubicBezTo>
                    <a:pt x="627" y="712"/>
                    <a:pt x="873" y="416"/>
                    <a:pt x="1119" y="121"/>
                  </a:cubicBezTo>
                  <a:cubicBezTo>
                    <a:pt x="1164" y="70"/>
                    <a:pt x="1117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9"/>
            <p:cNvSpPr/>
            <p:nvPr/>
          </p:nvSpPr>
          <p:spPr>
            <a:xfrm>
              <a:off x="8031278" y="2192394"/>
              <a:ext cx="7296" cy="34971"/>
            </a:xfrm>
            <a:custGeom>
              <a:avLst/>
              <a:gdLst/>
              <a:ahLst/>
              <a:cxnLst/>
              <a:rect l="l" t="t" r="r" b="b"/>
              <a:pathLst>
                <a:path w="368" h="1764" extrusionOk="0">
                  <a:moveTo>
                    <a:pt x="268" y="0"/>
                  </a:moveTo>
                  <a:cubicBezTo>
                    <a:pt x="247" y="0"/>
                    <a:pt x="226" y="9"/>
                    <a:pt x="211" y="31"/>
                  </a:cubicBezTo>
                  <a:cubicBezTo>
                    <a:pt x="123" y="165"/>
                    <a:pt x="32" y="313"/>
                    <a:pt x="28" y="478"/>
                  </a:cubicBezTo>
                  <a:cubicBezTo>
                    <a:pt x="21" y="643"/>
                    <a:pt x="137" y="763"/>
                    <a:pt x="162" y="921"/>
                  </a:cubicBezTo>
                  <a:cubicBezTo>
                    <a:pt x="186" y="1054"/>
                    <a:pt x="116" y="1195"/>
                    <a:pt x="74" y="1318"/>
                  </a:cubicBezTo>
                  <a:cubicBezTo>
                    <a:pt x="32" y="1448"/>
                    <a:pt x="0" y="1585"/>
                    <a:pt x="49" y="1715"/>
                  </a:cubicBezTo>
                  <a:cubicBezTo>
                    <a:pt x="61" y="1749"/>
                    <a:pt x="89" y="1763"/>
                    <a:pt x="118" y="1763"/>
                  </a:cubicBezTo>
                  <a:cubicBezTo>
                    <a:pt x="160" y="1763"/>
                    <a:pt x="202" y="1730"/>
                    <a:pt x="183" y="1680"/>
                  </a:cubicBezTo>
                  <a:cubicBezTo>
                    <a:pt x="95" y="1434"/>
                    <a:pt x="320" y="1195"/>
                    <a:pt x="306" y="945"/>
                  </a:cubicBezTo>
                  <a:cubicBezTo>
                    <a:pt x="299" y="805"/>
                    <a:pt x="207" y="699"/>
                    <a:pt x="176" y="566"/>
                  </a:cubicBezTo>
                  <a:cubicBezTo>
                    <a:pt x="134" y="397"/>
                    <a:pt x="243" y="235"/>
                    <a:pt x="330" y="102"/>
                  </a:cubicBezTo>
                  <a:cubicBezTo>
                    <a:pt x="367" y="50"/>
                    <a:pt x="318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B48B30A-F906-3DB0-3F7B-8B8131DF7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6901" y="541735"/>
            <a:ext cx="4192394" cy="41923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p41"/>
          <p:cNvSpPr/>
          <p:nvPr/>
        </p:nvSpPr>
        <p:spPr>
          <a:xfrm>
            <a:off x="4214675" y="866000"/>
            <a:ext cx="4873648" cy="4033218"/>
          </a:xfrm>
          <a:custGeom>
            <a:avLst/>
            <a:gdLst/>
            <a:ahLst/>
            <a:cxnLst/>
            <a:rect l="l" t="t" r="r" b="b"/>
            <a:pathLst>
              <a:path w="162482" h="130747" extrusionOk="0">
                <a:moveTo>
                  <a:pt x="62308" y="16192"/>
                </a:moveTo>
                <a:cubicBezTo>
                  <a:pt x="79790" y="16192"/>
                  <a:pt x="97623" y="29692"/>
                  <a:pt x="110512" y="39320"/>
                </a:cubicBezTo>
                <a:cubicBezTo>
                  <a:pt x="123710" y="49205"/>
                  <a:pt x="138003" y="60952"/>
                  <a:pt x="139810" y="77326"/>
                </a:cubicBezTo>
                <a:cubicBezTo>
                  <a:pt x="141507" y="93015"/>
                  <a:pt x="130199" y="108020"/>
                  <a:pt x="115878" y="114646"/>
                </a:cubicBezTo>
                <a:cubicBezTo>
                  <a:pt x="107281" y="118641"/>
                  <a:pt x="97873" y="120129"/>
                  <a:pt x="88356" y="120129"/>
                </a:cubicBezTo>
                <a:cubicBezTo>
                  <a:pt x="82021" y="120129"/>
                  <a:pt x="75638" y="119470"/>
                  <a:pt x="69412" y="118453"/>
                </a:cubicBezTo>
                <a:cubicBezTo>
                  <a:pt x="56981" y="116426"/>
                  <a:pt x="44221" y="112730"/>
                  <a:pt x="35131" y="103995"/>
                </a:cubicBezTo>
                <a:cubicBezTo>
                  <a:pt x="22919" y="92248"/>
                  <a:pt x="19907" y="73054"/>
                  <a:pt x="24644" y="56790"/>
                </a:cubicBezTo>
                <a:cubicBezTo>
                  <a:pt x="28696" y="42852"/>
                  <a:pt x="41867" y="18647"/>
                  <a:pt x="57939" y="16484"/>
                </a:cubicBezTo>
                <a:cubicBezTo>
                  <a:pt x="59391" y="16286"/>
                  <a:pt x="60848" y="16192"/>
                  <a:pt x="62308" y="16192"/>
                </a:cubicBezTo>
                <a:close/>
                <a:moveTo>
                  <a:pt x="0" y="0"/>
                </a:moveTo>
                <a:lnTo>
                  <a:pt x="0" y="130747"/>
                </a:lnTo>
                <a:lnTo>
                  <a:pt x="162482" y="130747"/>
                </a:lnTo>
                <a:lnTo>
                  <a:pt x="1624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2" name="Google Shape;3212;p41"/>
          <p:cNvSpPr txBox="1">
            <a:spLocks noGrp="1"/>
          </p:cNvSpPr>
          <p:nvPr>
            <p:ph type="title"/>
          </p:nvPr>
        </p:nvSpPr>
        <p:spPr>
          <a:xfrm>
            <a:off x="355925" y="481559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Problem Statement</a:t>
            </a:r>
            <a:endParaRPr dirty="0"/>
          </a:p>
        </p:txBody>
      </p:sp>
      <p:sp>
        <p:nvSpPr>
          <p:cNvPr id="3213" name="Google Shape;3213;p41"/>
          <p:cNvSpPr txBox="1">
            <a:spLocks noGrp="1"/>
          </p:cNvSpPr>
          <p:nvPr>
            <p:ph type="body" idx="1"/>
          </p:nvPr>
        </p:nvSpPr>
        <p:spPr>
          <a:xfrm>
            <a:off x="842499" y="1886418"/>
            <a:ext cx="4223100" cy="29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n-US" sz="1600" dirty="0"/>
              <a:t>Between </a:t>
            </a:r>
            <a:r>
              <a:rPr lang="en-US" sz="1600" b="1" dirty="0"/>
              <a:t>2023-2024</a:t>
            </a:r>
            <a:r>
              <a:rPr lang="en-US" sz="1600" dirty="0"/>
              <a:t>, the </a:t>
            </a:r>
            <a:r>
              <a:rPr lang="en-US" sz="1600" b="1" dirty="0"/>
              <a:t>124k</a:t>
            </a:r>
            <a:r>
              <a:rPr lang="en-US" sz="1600" dirty="0"/>
              <a:t> job advertisements were posted on LinkedIn in the United States; </a:t>
            </a:r>
            <a:r>
              <a:rPr lang="en-US" sz="1600" b="1" dirty="0"/>
              <a:t>69% </a:t>
            </a:r>
            <a:r>
              <a:rPr lang="en-US" sz="1600" dirty="0"/>
              <a:t>required an intermediate level of experience, while only </a:t>
            </a:r>
            <a:r>
              <a:rPr lang="en-US" sz="1600" b="1" dirty="0"/>
              <a:t>31% </a:t>
            </a:r>
            <a:r>
              <a:rPr lang="en-US" sz="1600" dirty="0"/>
              <a:t>were suitable for recent graduates . this disparity results in  job seekers spending time applying for positions for which they do not qualify.</a:t>
            </a:r>
            <a:endParaRPr sz="1600" dirty="0"/>
          </a:p>
        </p:txBody>
      </p:sp>
      <p:grpSp>
        <p:nvGrpSpPr>
          <p:cNvPr id="3214" name="Google Shape;3214;p41"/>
          <p:cNvGrpSpPr/>
          <p:nvPr/>
        </p:nvGrpSpPr>
        <p:grpSpPr>
          <a:xfrm rot="-523327">
            <a:off x="7004342" y="1419504"/>
            <a:ext cx="443685" cy="662131"/>
            <a:chOff x="2010570" y="3984637"/>
            <a:chExt cx="161115" cy="240431"/>
          </a:xfrm>
        </p:grpSpPr>
        <p:sp>
          <p:nvSpPr>
            <p:cNvPr id="3215" name="Google Shape;3215;p41"/>
            <p:cNvSpPr/>
            <p:nvPr/>
          </p:nvSpPr>
          <p:spPr>
            <a:xfrm>
              <a:off x="2013554" y="4029054"/>
              <a:ext cx="124456" cy="188412"/>
            </a:xfrm>
            <a:custGeom>
              <a:avLst/>
              <a:gdLst/>
              <a:ahLst/>
              <a:cxnLst/>
              <a:rect l="l" t="t" r="r" b="b"/>
              <a:pathLst>
                <a:path w="3962" h="5998" extrusionOk="0">
                  <a:moveTo>
                    <a:pt x="3210" y="1"/>
                  </a:moveTo>
                  <a:cubicBezTo>
                    <a:pt x="2969" y="1"/>
                    <a:pt x="2716" y="158"/>
                    <a:pt x="2577" y="423"/>
                  </a:cubicBezTo>
                  <a:lnTo>
                    <a:pt x="187" y="4992"/>
                  </a:lnTo>
                  <a:cubicBezTo>
                    <a:pt x="1" y="5347"/>
                    <a:pt x="89" y="5762"/>
                    <a:pt x="384" y="5916"/>
                  </a:cubicBezTo>
                  <a:lnTo>
                    <a:pt x="514" y="5983"/>
                  </a:lnTo>
                  <a:cubicBezTo>
                    <a:pt x="525" y="5990"/>
                    <a:pt x="535" y="5994"/>
                    <a:pt x="546" y="5997"/>
                  </a:cubicBezTo>
                  <a:cubicBezTo>
                    <a:pt x="553" y="5973"/>
                    <a:pt x="581" y="5969"/>
                    <a:pt x="595" y="5945"/>
                  </a:cubicBezTo>
                  <a:cubicBezTo>
                    <a:pt x="588" y="5941"/>
                    <a:pt x="567" y="5920"/>
                    <a:pt x="556" y="5913"/>
                  </a:cubicBezTo>
                  <a:lnTo>
                    <a:pt x="437" y="5850"/>
                  </a:lnTo>
                  <a:cubicBezTo>
                    <a:pt x="170" y="5713"/>
                    <a:pt x="68" y="5340"/>
                    <a:pt x="236" y="5020"/>
                  </a:cubicBezTo>
                  <a:lnTo>
                    <a:pt x="2626" y="451"/>
                  </a:lnTo>
                  <a:cubicBezTo>
                    <a:pt x="2752" y="211"/>
                    <a:pt x="2980" y="68"/>
                    <a:pt x="3199" y="68"/>
                  </a:cubicBezTo>
                  <a:cubicBezTo>
                    <a:pt x="3274" y="68"/>
                    <a:pt x="3349" y="85"/>
                    <a:pt x="3417" y="121"/>
                  </a:cubicBezTo>
                  <a:lnTo>
                    <a:pt x="3544" y="188"/>
                  </a:lnTo>
                  <a:cubicBezTo>
                    <a:pt x="3811" y="328"/>
                    <a:pt x="3892" y="701"/>
                    <a:pt x="3723" y="1024"/>
                  </a:cubicBezTo>
                  <a:lnTo>
                    <a:pt x="2725" y="2933"/>
                  </a:lnTo>
                  <a:cubicBezTo>
                    <a:pt x="2708" y="2963"/>
                    <a:pt x="2727" y="2986"/>
                    <a:pt x="2746" y="2986"/>
                  </a:cubicBezTo>
                  <a:cubicBezTo>
                    <a:pt x="2755" y="2986"/>
                    <a:pt x="2765" y="2980"/>
                    <a:pt x="2770" y="2968"/>
                  </a:cubicBezTo>
                  <a:lnTo>
                    <a:pt x="3776" y="1049"/>
                  </a:lnTo>
                  <a:cubicBezTo>
                    <a:pt x="3962" y="694"/>
                    <a:pt x="3871" y="279"/>
                    <a:pt x="3575" y="124"/>
                  </a:cubicBezTo>
                  <a:lnTo>
                    <a:pt x="3449" y="57"/>
                  </a:lnTo>
                  <a:cubicBezTo>
                    <a:pt x="3374" y="19"/>
                    <a:pt x="3293" y="1"/>
                    <a:pt x="32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41"/>
            <p:cNvSpPr/>
            <p:nvPr/>
          </p:nvSpPr>
          <p:spPr>
            <a:xfrm>
              <a:off x="2012015" y="4027766"/>
              <a:ext cx="127441" cy="190925"/>
            </a:xfrm>
            <a:custGeom>
              <a:avLst/>
              <a:gdLst/>
              <a:ahLst/>
              <a:cxnLst/>
              <a:rect l="l" t="t" r="r" b="b"/>
              <a:pathLst>
                <a:path w="4057" h="6078" extrusionOk="0">
                  <a:moveTo>
                    <a:pt x="3256" y="1"/>
                  </a:moveTo>
                  <a:cubicBezTo>
                    <a:pt x="3000" y="1"/>
                    <a:pt x="2734" y="167"/>
                    <a:pt x="2587" y="446"/>
                  </a:cubicBezTo>
                  <a:lnTo>
                    <a:pt x="197" y="5016"/>
                  </a:lnTo>
                  <a:cubicBezTo>
                    <a:pt x="1" y="5392"/>
                    <a:pt x="99" y="5831"/>
                    <a:pt x="415" y="5996"/>
                  </a:cubicBezTo>
                  <a:lnTo>
                    <a:pt x="542" y="6063"/>
                  </a:lnTo>
                  <a:cubicBezTo>
                    <a:pt x="549" y="6066"/>
                    <a:pt x="559" y="6070"/>
                    <a:pt x="570" y="6073"/>
                  </a:cubicBezTo>
                  <a:cubicBezTo>
                    <a:pt x="576" y="6076"/>
                    <a:pt x="583" y="6078"/>
                    <a:pt x="590" y="6078"/>
                  </a:cubicBezTo>
                  <a:cubicBezTo>
                    <a:pt x="596" y="6078"/>
                    <a:pt x="601" y="6076"/>
                    <a:pt x="605" y="6073"/>
                  </a:cubicBezTo>
                  <a:cubicBezTo>
                    <a:pt x="616" y="6070"/>
                    <a:pt x="630" y="6063"/>
                    <a:pt x="633" y="6052"/>
                  </a:cubicBezTo>
                  <a:cubicBezTo>
                    <a:pt x="633" y="6052"/>
                    <a:pt x="637" y="6045"/>
                    <a:pt x="644" y="6042"/>
                  </a:cubicBezTo>
                  <a:cubicBezTo>
                    <a:pt x="651" y="6038"/>
                    <a:pt x="661" y="6031"/>
                    <a:pt x="668" y="6021"/>
                  </a:cubicBezTo>
                  <a:cubicBezTo>
                    <a:pt x="675" y="6017"/>
                    <a:pt x="679" y="6014"/>
                    <a:pt x="682" y="6007"/>
                  </a:cubicBezTo>
                  <a:cubicBezTo>
                    <a:pt x="693" y="5986"/>
                    <a:pt x="686" y="5957"/>
                    <a:pt x="665" y="5950"/>
                  </a:cubicBezTo>
                  <a:lnTo>
                    <a:pt x="661" y="5950"/>
                  </a:lnTo>
                  <a:cubicBezTo>
                    <a:pt x="661" y="5947"/>
                    <a:pt x="654" y="5943"/>
                    <a:pt x="651" y="5940"/>
                  </a:cubicBezTo>
                  <a:cubicBezTo>
                    <a:pt x="640" y="5929"/>
                    <a:pt x="633" y="5922"/>
                    <a:pt x="623" y="5919"/>
                  </a:cubicBezTo>
                  <a:lnTo>
                    <a:pt x="503" y="5856"/>
                  </a:lnTo>
                  <a:cubicBezTo>
                    <a:pt x="250" y="5722"/>
                    <a:pt x="169" y="5374"/>
                    <a:pt x="320" y="5079"/>
                  </a:cubicBezTo>
                  <a:lnTo>
                    <a:pt x="2710" y="510"/>
                  </a:lnTo>
                  <a:cubicBezTo>
                    <a:pt x="2829" y="284"/>
                    <a:pt x="3043" y="148"/>
                    <a:pt x="3246" y="148"/>
                  </a:cubicBezTo>
                  <a:cubicBezTo>
                    <a:pt x="3315" y="148"/>
                    <a:pt x="3383" y="164"/>
                    <a:pt x="3445" y="197"/>
                  </a:cubicBezTo>
                  <a:lnTo>
                    <a:pt x="3575" y="264"/>
                  </a:lnTo>
                  <a:cubicBezTo>
                    <a:pt x="3821" y="394"/>
                    <a:pt x="3895" y="745"/>
                    <a:pt x="3737" y="1044"/>
                  </a:cubicBezTo>
                  <a:lnTo>
                    <a:pt x="2739" y="2956"/>
                  </a:lnTo>
                  <a:cubicBezTo>
                    <a:pt x="2725" y="2974"/>
                    <a:pt x="2721" y="2998"/>
                    <a:pt x="2728" y="3019"/>
                  </a:cubicBezTo>
                  <a:cubicBezTo>
                    <a:pt x="2732" y="3037"/>
                    <a:pt x="2746" y="3054"/>
                    <a:pt x="2763" y="3061"/>
                  </a:cubicBezTo>
                  <a:cubicBezTo>
                    <a:pt x="2773" y="3067"/>
                    <a:pt x="2784" y="3069"/>
                    <a:pt x="2794" y="3069"/>
                  </a:cubicBezTo>
                  <a:cubicBezTo>
                    <a:pt x="2819" y="3069"/>
                    <a:pt x="2843" y="3055"/>
                    <a:pt x="2858" y="3030"/>
                  </a:cubicBezTo>
                  <a:lnTo>
                    <a:pt x="3860" y="1111"/>
                  </a:lnTo>
                  <a:cubicBezTo>
                    <a:pt x="4057" y="735"/>
                    <a:pt x="3962" y="295"/>
                    <a:pt x="3642" y="130"/>
                  </a:cubicBezTo>
                  <a:lnTo>
                    <a:pt x="3515" y="63"/>
                  </a:lnTo>
                  <a:cubicBezTo>
                    <a:pt x="3434" y="21"/>
                    <a:pt x="3346" y="1"/>
                    <a:pt x="3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41"/>
            <p:cNvSpPr/>
            <p:nvPr/>
          </p:nvSpPr>
          <p:spPr>
            <a:xfrm>
              <a:off x="2012015" y="4027766"/>
              <a:ext cx="127441" cy="192559"/>
            </a:xfrm>
            <a:custGeom>
              <a:avLst/>
              <a:gdLst/>
              <a:ahLst/>
              <a:cxnLst/>
              <a:rect l="l" t="t" r="r" b="b"/>
              <a:pathLst>
                <a:path w="4057" h="6130" extrusionOk="0">
                  <a:moveTo>
                    <a:pt x="3258" y="1"/>
                  </a:moveTo>
                  <a:cubicBezTo>
                    <a:pt x="3001" y="1"/>
                    <a:pt x="2734" y="167"/>
                    <a:pt x="2587" y="446"/>
                  </a:cubicBezTo>
                  <a:lnTo>
                    <a:pt x="197" y="5016"/>
                  </a:lnTo>
                  <a:cubicBezTo>
                    <a:pt x="1" y="5392"/>
                    <a:pt x="99" y="5806"/>
                    <a:pt x="415" y="5972"/>
                  </a:cubicBezTo>
                  <a:lnTo>
                    <a:pt x="728" y="6130"/>
                  </a:lnTo>
                  <a:cubicBezTo>
                    <a:pt x="742" y="6073"/>
                    <a:pt x="760" y="6063"/>
                    <a:pt x="806" y="6028"/>
                  </a:cubicBezTo>
                  <a:lnTo>
                    <a:pt x="531" y="5880"/>
                  </a:lnTo>
                  <a:cubicBezTo>
                    <a:pt x="278" y="5747"/>
                    <a:pt x="169" y="5374"/>
                    <a:pt x="324" y="5079"/>
                  </a:cubicBezTo>
                  <a:lnTo>
                    <a:pt x="2714" y="510"/>
                  </a:lnTo>
                  <a:cubicBezTo>
                    <a:pt x="2830" y="284"/>
                    <a:pt x="3044" y="150"/>
                    <a:pt x="3247" y="150"/>
                  </a:cubicBezTo>
                  <a:cubicBezTo>
                    <a:pt x="3316" y="150"/>
                    <a:pt x="3383" y="165"/>
                    <a:pt x="3445" y="197"/>
                  </a:cubicBezTo>
                  <a:lnTo>
                    <a:pt x="3575" y="264"/>
                  </a:lnTo>
                  <a:cubicBezTo>
                    <a:pt x="3821" y="394"/>
                    <a:pt x="3895" y="745"/>
                    <a:pt x="3737" y="1044"/>
                  </a:cubicBezTo>
                  <a:lnTo>
                    <a:pt x="2739" y="2956"/>
                  </a:lnTo>
                  <a:cubicBezTo>
                    <a:pt x="2725" y="2974"/>
                    <a:pt x="2721" y="2998"/>
                    <a:pt x="2728" y="3019"/>
                  </a:cubicBezTo>
                  <a:cubicBezTo>
                    <a:pt x="2735" y="3037"/>
                    <a:pt x="2746" y="3051"/>
                    <a:pt x="2763" y="3061"/>
                  </a:cubicBezTo>
                  <a:cubicBezTo>
                    <a:pt x="2773" y="3067"/>
                    <a:pt x="2784" y="3069"/>
                    <a:pt x="2794" y="3069"/>
                  </a:cubicBezTo>
                  <a:cubicBezTo>
                    <a:pt x="2819" y="3069"/>
                    <a:pt x="2842" y="3055"/>
                    <a:pt x="2855" y="3030"/>
                  </a:cubicBezTo>
                  <a:lnTo>
                    <a:pt x="3860" y="1111"/>
                  </a:lnTo>
                  <a:cubicBezTo>
                    <a:pt x="4057" y="735"/>
                    <a:pt x="3958" y="295"/>
                    <a:pt x="3645" y="130"/>
                  </a:cubicBezTo>
                  <a:lnTo>
                    <a:pt x="3515" y="63"/>
                  </a:lnTo>
                  <a:cubicBezTo>
                    <a:pt x="3435" y="21"/>
                    <a:pt x="3347" y="1"/>
                    <a:pt x="32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41"/>
            <p:cNvSpPr/>
            <p:nvPr/>
          </p:nvSpPr>
          <p:spPr>
            <a:xfrm>
              <a:off x="2010570" y="4026415"/>
              <a:ext cx="130425" cy="195197"/>
            </a:xfrm>
            <a:custGeom>
              <a:avLst/>
              <a:gdLst/>
              <a:ahLst/>
              <a:cxnLst/>
              <a:rect l="l" t="t" r="r" b="b"/>
              <a:pathLst>
                <a:path w="4152" h="6214" extrusionOk="0">
                  <a:moveTo>
                    <a:pt x="3302" y="86"/>
                  </a:moveTo>
                  <a:cubicBezTo>
                    <a:pt x="3386" y="86"/>
                    <a:pt x="3468" y="105"/>
                    <a:pt x="3544" y="145"/>
                  </a:cubicBezTo>
                  <a:lnTo>
                    <a:pt x="3670" y="212"/>
                  </a:lnTo>
                  <a:cubicBezTo>
                    <a:pt x="3966" y="366"/>
                    <a:pt x="4053" y="781"/>
                    <a:pt x="3871" y="1136"/>
                  </a:cubicBezTo>
                  <a:lnTo>
                    <a:pt x="2865" y="3052"/>
                  </a:lnTo>
                  <a:cubicBezTo>
                    <a:pt x="2860" y="3063"/>
                    <a:pt x="2850" y="3069"/>
                    <a:pt x="2839" y="3069"/>
                  </a:cubicBezTo>
                  <a:cubicBezTo>
                    <a:pt x="2828" y="3069"/>
                    <a:pt x="2816" y="3063"/>
                    <a:pt x="2813" y="3052"/>
                  </a:cubicBezTo>
                  <a:cubicBezTo>
                    <a:pt x="2813" y="3041"/>
                    <a:pt x="2813" y="3031"/>
                    <a:pt x="2820" y="3020"/>
                  </a:cubicBezTo>
                  <a:lnTo>
                    <a:pt x="3818" y="1108"/>
                  </a:lnTo>
                  <a:cubicBezTo>
                    <a:pt x="3987" y="785"/>
                    <a:pt x="3906" y="409"/>
                    <a:pt x="3639" y="272"/>
                  </a:cubicBezTo>
                  <a:lnTo>
                    <a:pt x="3512" y="205"/>
                  </a:lnTo>
                  <a:cubicBezTo>
                    <a:pt x="3444" y="169"/>
                    <a:pt x="3369" y="152"/>
                    <a:pt x="3294" y="152"/>
                  </a:cubicBezTo>
                  <a:cubicBezTo>
                    <a:pt x="3075" y="152"/>
                    <a:pt x="2847" y="295"/>
                    <a:pt x="2721" y="535"/>
                  </a:cubicBezTo>
                  <a:lnTo>
                    <a:pt x="331" y="5104"/>
                  </a:lnTo>
                  <a:cubicBezTo>
                    <a:pt x="170" y="5414"/>
                    <a:pt x="275" y="5811"/>
                    <a:pt x="560" y="5958"/>
                  </a:cubicBezTo>
                  <a:lnTo>
                    <a:pt x="778" y="6078"/>
                  </a:lnTo>
                  <a:cubicBezTo>
                    <a:pt x="767" y="6088"/>
                    <a:pt x="760" y="6099"/>
                    <a:pt x="753" y="6116"/>
                  </a:cubicBezTo>
                  <a:lnTo>
                    <a:pt x="479" y="5979"/>
                  </a:lnTo>
                  <a:cubicBezTo>
                    <a:pt x="184" y="5825"/>
                    <a:pt x="99" y="5428"/>
                    <a:pt x="282" y="5080"/>
                  </a:cubicBezTo>
                  <a:lnTo>
                    <a:pt x="2672" y="507"/>
                  </a:lnTo>
                  <a:cubicBezTo>
                    <a:pt x="2810" y="243"/>
                    <a:pt x="3061" y="86"/>
                    <a:pt x="3302" y="86"/>
                  </a:cubicBezTo>
                  <a:close/>
                  <a:moveTo>
                    <a:pt x="3304" y="0"/>
                  </a:moveTo>
                  <a:cubicBezTo>
                    <a:pt x="3032" y="0"/>
                    <a:pt x="2752" y="175"/>
                    <a:pt x="2598" y="468"/>
                  </a:cubicBezTo>
                  <a:lnTo>
                    <a:pt x="208" y="5037"/>
                  </a:lnTo>
                  <a:cubicBezTo>
                    <a:pt x="1" y="5431"/>
                    <a:pt x="103" y="5877"/>
                    <a:pt x="440" y="6053"/>
                  </a:cubicBezTo>
                  <a:lnTo>
                    <a:pt x="753" y="6211"/>
                  </a:lnTo>
                  <a:cubicBezTo>
                    <a:pt x="760" y="6213"/>
                    <a:pt x="766" y="6214"/>
                    <a:pt x="772" y="6214"/>
                  </a:cubicBezTo>
                  <a:cubicBezTo>
                    <a:pt x="779" y="6214"/>
                    <a:pt x="785" y="6213"/>
                    <a:pt x="792" y="6211"/>
                  </a:cubicBezTo>
                  <a:cubicBezTo>
                    <a:pt x="802" y="6204"/>
                    <a:pt x="809" y="6197"/>
                    <a:pt x="813" y="6183"/>
                  </a:cubicBezTo>
                  <a:cubicBezTo>
                    <a:pt x="823" y="6145"/>
                    <a:pt x="834" y="6138"/>
                    <a:pt x="869" y="6106"/>
                  </a:cubicBezTo>
                  <a:cubicBezTo>
                    <a:pt x="880" y="6099"/>
                    <a:pt x="890" y="6081"/>
                    <a:pt x="887" y="6067"/>
                  </a:cubicBezTo>
                  <a:cubicBezTo>
                    <a:pt x="887" y="6053"/>
                    <a:pt x="883" y="6039"/>
                    <a:pt x="869" y="6032"/>
                  </a:cubicBezTo>
                  <a:lnTo>
                    <a:pt x="598" y="5885"/>
                  </a:lnTo>
                  <a:cubicBezTo>
                    <a:pt x="359" y="5761"/>
                    <a:pt x="268" y="5407"/>
                    <a:pt x="405" y="5143"/>
                  </a:cubicBezTo>
                  <a:lnTo>
                    <a:pt x="2795" y="574"/>
                  </a:lnTo>
                  <a:cubicBezTo>
                    <a:pt x="2906" y="363"/>
                    <a:pt x="3104" y="235"/>
                    <a:pt x="3293" y="235"/>
                  </a:cubicBezTo>
                  <a:cubicBezTo>
                    <a:pt x="3355" y="235"/>
                    <a:pt x="3417" y="249"/>
                    <a:pt x="3473" y="279"/>
                  </a:cubicBezTo>
                  <a:lnTo>
                    <a:pt x="3600" y="345"/>
                  </a:lnTo>
                  <a:cubicBezTo>
                    <a:pt x="3828" y="461"/>
                    <a:pt x="3892" y="788"/>
                    <a:pt x="3744" y="1069"/>
                  </a:cubicBezTo>
                  <a:lnTo>
                    <a:pt x="2746" y="2978"/>
                  </a:lnTo>
                  <a:cubicBezTo>
                    <a:pt x="2728" y="3006"/>
                    <a:pt x="2725" y="3041"/>
                    <a:pt x="2735" y="3073"/>
                  </a:cubicBezTo>
                  <a:cubicBezTo>
                    <a:pt x="2742" y="3101"/>
                    <a:pt x="2763" y="3125"/>
                    <a:pt x="2788" y="3140"/>
                  </a:cubicBezTo>
                  <a:cubicBezTo>
                    <a:pt x="2805" y="3149"/>
                    <a:pt x="2823" y="3153"/>
                    <a:pt x="2840" y="3153"/>
                  </a:cubicBezTo>
                  <a:cubicBezTo>
                    <a:pt x="2881" y="3153"/>
                    <a:pt x="2920" y="3130"/>
                    <a:pt x="2939" y="3090"/>
                  </a:cubicBezTo>
                  <a:lnTo>
                    <a:pt x="3944" y="1171"/>
                  </a:lnTo>
                  <a:cubicBezTo>
                    <a:pt x="4152" y="778"/>
                    <a:pt x="4046" y="310"/>
                    <a:pt x="3709" y="134"/>
                  </a:cubicBezTo>
                  <a:lnTo>
                    <a:pt x="3582" y="68"/>
                  </a:lnTo>
                  <a:cubicBezTo>
                    <a:pt x="3494" y="22"/>
                    <a:pt x="3400" y="0"/>
                    <a:pt x="33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41"/>
            <p:cNvSpPr/>
            <p:nvPr/>
          </p:nvSpPr>
          <p:spPr>
            <a:xfrm>
              <a:off x="2025491" y="3985956"/>
              <a:ext cx="144655" cy="237761"/>
            </a:xfrm>
            <a:custGeom>
              <a:avLst/>
              <a:gdLst/>
              <a:ahLst/>
              <a:cxnLst/>
              <a:rect l="l" t="t" r="r" b="b"/>
              <a:pathLst>
                <a:path w="4605" h="7569" extrusionOk="0">
                  <a:moveTo>
                    <a:pt x="3202" y="0"/>
                  </a:moveTo>
                  <a:cubicBezTo>
                    <a:pt x="2867" y="0"/>
                    <a:pt x="2557" y="164"/>
                    <a:pt x="2404" y="456"/>
                  </a:cubicBezTo>
                  <a:lnTo>
                    <a:pt x="626" y="3851"/>
                  </a:lnTo>
                  <a:cubicBezTo>
                    <a:pt x="608" y="3890"/>
                    <a:pt x="630" y="3925"/>
                    <a:pt x="658" y="3942"/>
                  </a:cubicBezTo>
                  <a:cubicBezTo>
                    <a:pt x="669" y="3947"/>
                    <a:pt x="679" y="3950"/>
                    <a:pt x="690" y="3950"/>
                  </a:cubicBezTo>
                  <a:cubicBezTo>
                    <a:pt x="710" y="3950"/>
                    <a:pt x="728" y="3941"/>
                    <a:pt x="742" y="3925"/>
                  </a:cubicBezTo>
                  <a:lnTo>
                    <a:pt x="2524" y="519"/>
                  </a:lnTo>
                  <a:cubicBezTo>
                    <a:pt x="2656" y="268"/>
                    <a:pt x="2924" y="128"/>
                    <a:pt x="3213" y="128"/>
                  </a:cubicBezTo>
                  <a:cubicBezTo>
                    <a:pt x="3357" y="128"/>
                    <a:pt x="3505" y="162"/>
                    <a:pt x="3645" y="234"/>
                  </a:cubicBezTo>
                  <a:lnTo>
                    <a:pt x="3849" y="343"/>
                  </a:lnTo>
                  <a:cubicBezTo>
                    <a:pt x="4271" y="565"/>
                    <a:pt x="4454" y="1050"/>
                    <a:pt x="4257" y="1426"/>
                  </a:cubicBezTo>
                  <a:lnTo>
                    <a:pt x="1262" y="7151"/>
                  </a:lnTo>
                  <a:cubicBezTo>
                    <a:pt x="1163" y="7344"/>
                    <a:pt x="989" y="7442"/>
                    <a:pt x="768" y="7442"/>
                  </a:cubicBezTo>
                  <a:cubicBezTo>
                    <a:pt x="607" y="7442"/>
                    <a:pt x="420" y="7390"/>
                    <a:pt x="218" y="7285"/>
                  </a:cubicBezTo>
                  <a:lnTo>
                    <a:pt x="64" y="7204"/>
                  </a:lnTo>
                  <a:cubicBezTo>
                    <a:pt x="62" y="7202"/>
                    <a:pt x="59" y="7201"/>
                    <a:pt x="56" y="7201"/>
                  </a:cubicBezTo>
                  <a:cubicBezTo>
                    <a:pt x="53" y="7201"/>
                    <a:pt x="50" y="7202"/>
                    <a:pt x="46" y="7204"/>
                  </a:cubicBezTo>
                  <a:cubicBezTo>
                    <a:pt x="39" y="7208"/>
                    <a:pt x="36" y="7211"/>
                    <a:pt x="36" y="7218"/>
                  </a:cubicBezTo>
                  <a:cubicBezTo>
                    <a:pt x="29" y="7243"/>
                    <a:pt x="18" y="7264"/>
                    <a:pt x="4" y="7285"/>
                  </a:cubicBezTo>
                  <a:cubicBezTo>
                    <a:pt x="0" y="7292"/>
                    <a:pt x="0" y="7299"/>
                    <a:pt x="0" y="7303"/>
                  </a:cubicBezTo>
                  <a:cubicBezTo>
                    <a:pt x="0" y="7310"/>
                    <a:pt x="7" y="7313"/>
                    <a:pt x="11" y="7317"/>
                  </a:cubicBezTo>
                  <a:lnTo>
                    <a:pt x="162" y="7394"/>
                  </a:lnTo>
                  <a:cubicBezTo>
                    <a:pt x="385" y="7510"/>
                    <a:pt x="595" y="7568"/>
                    <a:pt x="779" y="7568"/>
                  </a:cubicBezTo>
                  <a:cubicBezTo>
                    <a:pt x="1046" y="7568"/>
                    <a:pt x="1259" y="7448"/>
                    <a:pt x="1382" y="7211"/>
                  </a:cubicBezTo>
                  <a:lnTo>
                    <a:pt x="4376" y="1486"/>
                  </a:lnTo>
                  <a:cubicBezTo>
                    <a:pt x="4605" y="1050"/>
                    <a:pt x="4394" y="488"/>
                    <a:pt x="3909" y="231"/>
                  </a:cubicBezTo>
                  <a:lnTo>
                    <a:pt x="3701" y="126"/>
                  </a:lnTo>
                  <a:cubicBezTo>
                    <a:pt x="3540" y="41"/>
                    <a:pt x="3368" y="0"/>
                    <a:pt x="32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41"/>
            <p:cNvSpPr/>
            <p:nvPr/>
          </p:nvSpPr>
          <p:spPr>
            <a:xfrm>
              <a:off x="2024046" y="3984637"/>
              <a:ext cx="147639" cy="240431"/>
            </a:xfrm>
            <a:custGeom>
              <a:avLst/>
              <a:gdLst/>
              <a:ahLst/>
              <a:cxnLst/>
              <a:rect l="l" t="t" r="r" b="b"/>
              <a:pathLst>
                <a:path w="4700" h="7654" extrusionOk="0">
                  <a:moveTo>
                    <a:pt x="3250" y="84"/>
                  </a:moveTo>
                  <a:cubicBezTo>
                    <a:pt x="3409" y="84"/>
                    <a:pt x="3575" y="122"/>
                    <a:pt x="3730" y="203"/>
                  </a:cubicBezTo>
                  <a:lnTo>
                    <a:pt x="3934" y="312"/>
                  </a:lnTo>
                  <a:cubicBezTo>
                    <a:pt x="4401" y="554"/>
                    <a:pt x="4605" y="1092"/>
                    <a:pt x="4387" y="1510"/>
                  </a:cubicBezTo>
                  <a:lnTo>
                    <a:pt x="1393" y="7236"/>
                  </a:lnTo>
                  <a:cubicBezTo>
                    <a:pt x="1277" y="7455"/>
                    <a:pt x="1074" y="7568"/>
                    <a:pt x="820" y="7568"/>
                  </a:cubicBezTo>
                  <a:cubicBezTo>
                    <a:pt x="643" y="7568"/>
                    <a:pt x="441" y="7513"/>
                    <a:pt x="226" y="7401"/>
                  </a:cubicBezTo>
                  <a:lnTo>
                    <a:pt x="96" y="7330"/>
                  </a:lnTo>
                  <a:cubicBezTo>
                    <a:pt x="103" y="7320"/>
                    <a:pt x="110" y="7306"/>
                    <a:pt x="113" y="7295"/>
                  </a:cubicBezTo>
                  <a:lnTo>
                    <a:pt x="247" y="7362"/>
                  </a:lnTo>
                  <a:cubicBezTo>
                    <a:pt x="455" y="7472"/>
                    <a:pt x="648" y="7526"/>
                    <a:pt x="815" y="7526"/>
                  </a:cubicBezTo>
                  <a:cubicBezTo>
                    <a:pt x="1050" y="7526"/>
                    <a:pt x="1236" y="7420"/>
                    <a:pt x="1347" y="7211"/>
                  </a:cubicBezTo>
                  <a:lnTo>
                    <a:pt x="4341" y="1486"/>
                  </a:lnTo>
                  <a:cubicBezTo>
                    <a:pt x="4549" y="1088"/>
                    <a:pt x="4355" y="579"/>
                    <a:pt x="3916" y="347"/>
                  </a:cubicBezTo>
                  <a:lnTo>
                    <a:pt x="3709" y="238"/>
                  </a:lnTo>
                  <a:cubicBezTo>
                    <a:pt x="3562" y="162"/>
                    <a:pt x="3407" y="126"/>
                    <a:pt x="3257" y="126"/>
                  </a:cubicBezTo>
                  <a:cubicBezTo>
                    <a:pt x="2952" y="126"/>
                    <a:pt x="2670" y="274"/>
                    <a:pt x="2531" y="540"/>
                  </a:cubicBezTo>
                  <a:lnTo>
                    <a:pt x="749" y="3946"/>
                  </a:lnTo>
                  <a:cubicBezTo>
                    <a:pt x="747" y="3948"/>
                    <a:pt x="743" y="3950"/>
                    <a:pt x="738" y="3950"/>
                  </a:cubicBezTo>
                  <a:cubicBezTo>
                    <a:pt x="734" y="3950"/>
                    <a:pt x="729" y="3949"/>
                    <a:pt x="725" y="3946"/>
                  </a:cubicBezTo>
                  <a:cubicBezTo>
                    <a:pt x="718" y="3942"/>
                    <a:pt x="704" y="3928"/>
                    <a:pt x="711" y="3914"/>
                  </a:cubicBezTo>
                  <a:lnTo>
                    <a:pt x="2486" y="515"/>
                  </a:lnTo>
                  <a:cubicBezTo>
                    <a:pt x="2631" y="239"/>
                    <a:pt x="2929" y="84"/>
                    <a:pt x="3250" y="84"/>
                  </a:cubicBezTo>
                  <a:close/>
                  <a:moveTo>
                    <a:pt x="3247" y="0"/>
                  </a:moveTo>
                  <a:cubicBezTo>
                    <a:pt x="2897" y="0"/>
                    <a:pt x="2572" y="171"/>
                    <a:pt x="2412" y="477"/>
                  </a:cubicBezTo>
                  <a:lnTo>
                    <a:pt x="637" y="3876"/>
                  </a:lnTo>
                  <a:cubicBezTo>
                    <a:pt x="605" y="3935"/>
                    <a:pt x="637" y="3995"/>
                    <a:pt x="686" y="4020"/>
                  </a:cubicBezTo>
                  <a:cubicBezTo>
                    <a:pt x="702" y="4028"/>
                    <a:pt x="720" y="4033"/>
                    <a:pt x="737" y="4033"/>
                  </a:cubicBezTo>
                  <a:cubicBezTo>
                    <a:pt x="769" y="4033"/>
                    <a:pt x="799" y="4019"/>
                    <a:pt x="820" y="3992"/>
                  </a:cubicBezTo>
                  <a:lnTo>
                    <a:pt x="2605" y="579"/>
                  </a:lnTo>
                  <a:cubicBezTo>
                    <a:pt x="2729" y="343"/>
                    <a:pt x="2982" y="211"/>
                    <a:pt x="3255" y="211"/>
                  </a:cubicBezTo>
                  <a:cubicBezTo>
                    <a:pt x="3393" y="211"/>
                    <a:pt x="3536" y="244"/>
                    <a:pt x="3670" y="315"/>
                  </a:cubicBezTo>
                  <a:lnTo>
                    <a:pt x="3877" y="421"/>
                  </a:lnTo>
                  <a:cubicBezTo>
                    <a:pt x="4278" y="631"/>
                    <a:pt x="4454" y="1092"/>
                    <a:pt x="4268" y="1447"/>
                  </a:cubicBezTo>
                  <a:lnTo>
                    <a:pt x="1273" y="7172"/>
                  </a:lnTo>
                  <a:cubicBezTo>
                    <a:pt x="1178" y="7352"/>
                    <a:pt x="1016" y="7444"/>
                    <a:pt x="809" y="7444"/>
                  </a:cubicBezTo>
                  <a:cubicBezTo>
                    <a:pt x="656" y="7444"/>
                    <a:pt x="478" y="7393"/>
                    <a:pt x="285" y="7292"/>
                  </a:cubicBezTo>
                  <a:lnTo>
                    <a:pt x="131" y="7211"/>
                  </a:lnTo>
                  <a:cubicBezTo>
                    <a:pt x="121" y="7205"/>
                    <a:pt x="110" y="7203"/>
                    <a:pt x="100" y="7203"/>
                  </a:cubicBezTo>
                  <a:cubicBezTo>
                    <a:pt x="91" y="7203"/>
                    <a:pt x="82" y="7204"/>
                    <a:pt x="75" y="7207"/>
                  </a:cubicBezTo>
                  <a:cubicBezTo>
                    <a:pt x="57" y="7218"/>
                    <a:pt x="46" y="7232"/>
                    <a:pt x="39" y="7253"/>
                  </a:cubicBezTo>
                  <a:cubicBezTo>
                    <a:pt x="36" y="7271"/>
                    <a:pt x="29" y="7288"/>
                    <a:pt x="15" y="7306"/>
                  </a:cubicBezTo>
                  <a:cubicBezTo>
                    <a:pt x="4" y="7320"/>
                    <a:pt x="1" y="7338"/>
                    <a:pt x="8" y="7355"/>
                  </a:cubicBezTo>
                  <a:cubicBezTo>
                    <a:pt x="11" y="7373"/>
                    <a:pt x="22" y="7387"/>
                    <a:pt x="39" y="7397"/>
                  </a:cubicBezTo>
                  <a:lnTo>
                    <a:pt x="187" y="7475"/>
                  </a:lnTo>
                  <a:cubicBezTo>
                    <a:pt x="417" y="7594"/>
                    <a:pt x="635" y="7653"/>
                    <a:pt x="826" y="7653"/>
                  </a:cubicBezTo>
                  <a:cubicBezTo>
                    <a:pt x="1108" y="7653"/>
                    <a:pt x="1335" y="7525"/>
                    <a:pt x="1466" y="7274"/>
                  </a:cubicBezTo>
                  <a:lnTo>
                    <a:pt x="4461" y="1549"/>
                  </a:lnTo>
                  <a:cubicBezTo>
                    <a:pt x="4700" y="1092"/>
                    <a:pt x="4482" y="505"/>
                    <a:pt x="3972" y="238"/>
                  </a:cubicBezTo>
                  <a:lnTo>
                    <a:pt x="3765" y="129"/>
                  </a:lnTo>
                  <a:cubicBezTo>
                    <a:pt x="3598" y="42"/>
                    <a:pt x="3420" y="0"/>
                    <a:pt x="32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1" name="Google Shape;3221;p41"/>
          <p:cNvGrpSpPr/>
          <p:nvPr/>
        </p:nvGrpSpPr>
        <p:grpSpPr>
          <a:xfrm rot="-5400000">
            <a:off x="8390359" y="4585372"/>
            <a:ext cx="225985" cy="540514"/>
            <a:chOff x="5273600" y="602550"/>
            <a:chExt cx="155050" cy="370850"/>
          </a:xfrm>
        </p:grpSpPr>
        <p:sp>
          <p:nvSpPr>
            <p:cNvPr id="3222" name="Google Shape;3222;p41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41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41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41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41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41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41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41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41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41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41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41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41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41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41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41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41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41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E8B1B517-17F6-146D-1C9E-2D1E9E1BA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100" y="1389691"/>
            <a:ext cx="2985900" cy="2985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31"/>
          <p:cNvSpPr/>
          <p:nvPr/>
        </p:nvSpPr>
        <p:spPr>
          <a:xfrm>
            <a:off x="4614389" y="2805633"/>
            <a:ext cx="748770" cy="589485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9" name="Google Shape;1779;p31"/>
          <p:cNvSpPr/>
          <p:nvPr/>
        </p:nvSpPr>
        <p:spPr>
          <a:xfrm>
            <a:off x="4632373" y="2007168"/>
            <a:ext cx="730786" cy="572701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0" name="Google Shape;1780;p31"/>
          <p:cNvSpPr/>
          <p:nvPr/>
        </p:nvSpPr>
        <p:spPr>
          <a:xfrm>
            <a:off x="4689712" y="1300051"/>
            <a:ext cx="730786" cy="572700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31"/>
          <p:cNvSpPr/>
          <p:nvPr/>
        </p:nvSpPr>
        <p:spPr>
          <a:xfrm>
            <a:off x="1100466" y="2805633"/>
            <a:ext cx="816692" cy="572700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2" name="Google Shape;1782;p31"/>
          <p:cNvSpPr/>
          <p:nvPr/>
        </p:nvSpPr>
        <p:spPr>
          <a:xfrm>
            <a:off x="1186453" y="2023422"/>
            <a:ext cx="730785" cy="572700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3" name="Google Shape;1783;p31"/>
          <p:cNvSpPr/>
          <p:nvPr/>
        </p:nvSpPr>
        <p:spPr>
          <a:xfrm>
            <a:off x="1221761" y="1166167"/>
            <a:ext cx="695477" cy="572700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31"/>
          <p:cNvSpPr txBox="1">
            <a:spLocks noGrp="1"/>
          </p:cNvSpPr>
          <p:nvPr>
            <p:ph type="title" idx="15"/>
          </p:nvPr>
        </p:nvSpPr>
        <p:spPr>
          <a:xfrm>
            <a:off x="4614389" y="1331084"/>
            <a:ext cx="822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791" name="Google Shape;1791;p31"/>
          <p:cNvSpPr txBox="1">
            <a:spLocks noGrp="1"/>
          </p:cNvSpPr>
          <p:nvPr>
            <p:ph type="title" idx="16"/>
          </p:nvPr>
        </p:nvSpPr>
        <p:spPr>
          <a:xfrm>
            <a:off x="4540259" y="2062466"/>
            <a:ext cx="822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792" name="Google Shape;1792;p31"/>
          <p:cNvSpPr txBox="1">
            <a:spLocks noGrp="1"/>
          </p:cNvSpPr>
          <p:nvPr>
            <p:ph type="title" idx="14"/>
          </p:nvPr>
        </p:nvSpPr>
        <p:spPr>
          <a:xfrm>
            <a:off x="1094338" y="2082283"/>
            <a:ext cx="822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793" name="Google Shape;1793;p31"/>
          <p:cNvSpPr txBox="1">
            <a:spLocks noGrp="1"/>
          </p:cNvSpPr>
          <p:nvPr>
            <p:ph type="title"/>
          </p:nvPr>
        </p:nvSpPr>
        <p:spPr>
          <a:xfrm>
            <a:off x="1156196" y="1223317"/>
            <a:ext cx="822900" cy="4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794" name="Google Shape;1794;p31"/>
          <p:cNvSpPr txBox="1">
            <a:spLocks noGrp="1"/>
          </p:cNvSpPr>
          <p:nvPr>
            <p:ph type="title" idx="21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TABLE OF </a:t>
            </a:r>
            <a:r>
              <a:rPr lang="en-US" dirty="0"/>
              <a:t>QUESTIONS</a:t>
            </a:r>
            <a:endParaRPr dirty="0"/>
          </a:p>
        </p:txBody>
      </p:sp>
      <p:sp>
        <p:nvSpPr>
          <p:cNvPr id="1795" name="Google Shape;1795;p31"/>
          <p:cNvSpPr txBox="1">
            <a:spLocks noGrp="1"/>
          </p:cNvSpPr>
          <p:nvPr>
            <p:ph type="subTitle" idx="7"/>
          </p:nvPr>
        </p:nvSpPr>
        <p:spPr>
          <a:xfrm>
            <a:off x="1986036" y="1319826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what are the most in demand jobs in the market</a:t>
            </a:r>
            <a:endParaRPr dirty="0"/>
          </a:p>
        </p:txBody>
      </p:sp>
      <p:sp>
        <p:nvSpPr>
          <p:cNvPr id="1796" name="Google Shape;1796;p31"/>
          <p:cNvSpPr txBox="1">
            <a:spLocks noGrp="1"/>
          </p:cNvSpPr>
          <p:nvPr>
            <p:ph type="subTitle" idx="8"/>
          </p:nvPr>
        </p:nvSpPr>
        <p:spPr>
          <a:xfrm>
            <a:off x="5495821" y="1332242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which jobs accept beginners</a:t>
            </a:r>
          </a:p>
        </p:txBody>
      </p:sp>
      <p:sp>
        <p:nvSpPr>
          <p:cNvPr id="1797" name="Google Shape;1797;p31"/>
          <p:cNvSpPr txBox="1">
            <a:spLocks noGrp="1"/>
          </p:cNvSpPr>
          <p:nvPr>
            <p:ph type="subTitle" idx="9"/>
          </p:nvPr>
        </p:nvSpPr>
        <p:spPr>
          <a:xfrm>
            <a:off x="2019501" y="2076496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which city should </a:t>
            </a:r>
            <a:r>
              <a:rPr lang="en-US" dirty="0" err="1"/>
              <a:t>i</a:t>
            </a:r>
            <a:r>
              <a:rPr lang="en-US" dirty="0"/>
              <a:t> choose based on my specialization</a:t>
            </a:r>
          </a:p>
        </p:txBody>
      </p:sp>
      <p:sp>
        <p:nvSpPr>
          <p:cNvPr id="1798" name="Google Shape;1798;p31"/>
          <p:cNvSpPr txBox="1">
            <a:spLocks noGrp="1"/>
          </p:cNvSpPr>
          <p:nvPr>
            <p:ph type="subTitle" idx="13"/>
          </p:nvPr>
        </p:nvSpPr>
        <p:spPr>
          <a:xfrm>
            <a:off x="5455273" y="2084448"/>
            <a:ext cx="264369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Which companies hire the largest number of entry-level employees</a:t>
            </a:r>
            <a:endParaRPr dirty="0"/>
          </a:p>
        </p:txBody>
      </p:sp>
      <p:sp>
        <p:nvSpPr>
          <p:cNvPr id="1799" name="Google Shape;1799;p31"/>
          <p:cNvSpPr txBox="1">
            <a:spLocks noGrp="1"/>
          </p:cNvSpPr>
          <p:nvPr>
            <p:ph type="subTitle" idx="17"/>
          </p:nvPr>
        </p:nvSpPr>
        <p:spPr>
          <a:xfrm>
            <a:off x="2019421" y="2847336"/>
            <a:ext cx="261295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on which day of the week are the highest number of jobs posted</a:t>
            </a:r>
            <a:endParaRPr dirty="0"/>
          </a:p>
        </p:txBody>
      </p:sp>
      <p:sp>
        <p:nvSpPr>
          <p:cNvPr id="1800" name="Google Shape;1800;p31"/>
          <p:cNvSpPr txBox="1">
            <a:spLocks noGrp="1"/>
          </p:cNvSpPr>
          <p:nvPr>
            <p:ph type="subTitle" idx="18"/>
          </p:nvPr>
        </p:nvSpPr>
        <p:spPr>
          <a:xfrm>
            <a:off x="5424521" y="3016161"/>
            <a:ext cx="24594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How many days does the job posting remain active before it expires</a:t>
            </a:r>
            <a:endParaRPr dirty="0"/>
          </a:p>
        </p:txBody>
      </p:sp>
      <p:sp>
        <p:nvSpPr>
          <p:cNvPr id="1801" name="Google Shape;1801;p31"/>
          <p:cNvSpPr txBox="1">
            <a:spLocks noGrp="1"/>
          </p:cNvSpPr>
          <p:nvPr>
            <p:ph type="title" idx="19"/>
          </p:nvPr>
        </p:nvSpPr>
        <p:spPr>
          <a:xfrm>
            <a:off x="1066040" y="2863383"/>
            <a:ext cx="822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1802" name="Google Shape;1802;p31"/>
          <p:cNvSpPr txBox="1">
            <a:spLocks noGrp="1"/>
          </p:cNvSpPr>
          <p:nvPr>
            <p:ph type="title" idx="20"/>
          </p:nvPr>
        </p:nvSpPr>
        <p:spPr>
          <a:xfrm>
            <a:off x="4540259" y="2847336"/>
            <a:ext cx="822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14" name="Google Shape;1783;p31">
            <a:extLst>
              <a:ext uri="{FF2B5EF4-FFF2-40B4-BE49-F238E27FC236}">
                <a16:creationId xmlns:a16="http://schemas.microsoft.com/office/drawing/2014/main" id="{1328377C-E35F-9D46-C423-0BABACDEA345}"/>
              </a:ext>
            </a:extLst>
          </p:cNvPr>
          <p:cNvSpPr/>
          <p:nvPr/>
        </p:nvSpPr>
        <p:spPr>
          <a:xfrm>
            <a:off x="2095426" y="4161596"/>
            <a:ext cx="822900" cy="572700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01;p31">
            <a:extLst>
              <a:ext uri="{FF2B5EF4-FFF2-40B4-BE49-F238E27FC236}">
                <a16:creationId xmlns:a16="http://schemas.microsoft.com/office/drawing/2014/main" id="{B14F88CE-67BF-F9D3-C4D5-EB783FF4481E}"/>
              </a:ext>
            </a:extLst>
          </p:cNvPr>
          <p:cNvSpPr txBox="1">
            <a:spLocks/>
          </p:cNvSpPr>
          <p:nvPr/>
        </p:nvSpPr>
        <p:spPr>
          <a:xfrm>
            <a:off x="2095426" y="4219346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3600" b="0" i="0" u="none" strike="noStrike" cap="none" spc="0">
                <a:solidFill>
                  <a:schemeClr val="dk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16" name="Google Shape;1799;p31">
            <a:extLst>
              <a:ext uri="{FF2B5EF4-FFF2-40B4-BE49-F238E27FC236}">
                <a16:creationId xmlns:a16="http://schemas.microsoft.com/office/drawing/2014/main" id="{07A743C6-54DC-A3D2-3A6D-F4418FBBCCAF}"/>
              </a:ext>
            </a:extLst>
          </p:cNvPr>
          <p:cNvSpPr txBox="1">
            <a:spLocks/>
          </p:cNvSpPr>
          <p:nvPr/>
        </p:nvSpPr>
        <p:spPr>
          <a:xfrm>
            <a:off x="3034656" y="4161596"/>
            <a:ext cx="465700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>
            <a:pPr marL="0" indent="0"/>
            <a:r>
              <a:rPr lang="en-US" dirty="0"/>
              <a:t>What is the expected salary for each experience level (entry-level, mid-level, manager..)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35"/>
          <p:cNvSpPr txBox="1">
            <a:spLocks noGrp="1"/>
          </p:cNvSpPr>
          <p:nvPr>
            <p:ph type="title"/>
          </p:nvPr>
        </p:nvSpPr>
        <p:spPr>
          <a:xfrm>
            <a:off x="2333124" y="359765"/>
            <a:ext cx="4863129" cy="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Q1: what are the most in demand jobs in the market: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2C0C0A-CA47-1179-A376-2E48F79C3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53" t="35267" r="22845" b="12632"/>
          <a:stretch>
            <a:fillRect/>
          </a:stretch>
        </p:blipFill>
        <p:spPr>
          <a:xfrm>
            <a:off x="394010" y="1774507"/>
            <a:ext cx="4809893" cy="26798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CBA3D3-C28B-17D3-7E52-88039A923153}"/>
              </a:ext>
            </a:extLst>
          </p:cNvPr>
          <p:cNvSpPr txBox="1"/>
          <p:nvPr/>
        </p:nvSpPr>
        <p:spPr>
          <a:xfrm>
            <a:off x="5552707" y="2440702"/>
            <a:ext cx="3197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dirty="0"/>
              <a:t>( it gives job seekers a clear visual map of the most in demand positions 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33"/>
          <p:cNvSpPr/>
          <p:nvPr/>
        </p:nvSpPr>
        <p:spPr>
          <a:xfrm rot="-1940364" flipH="1">
            <a:off x="4161090" y="637940"/>
            <a:ext cx="4545873" cy="3685175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6" name="Google Shape;1936;p33"/>
          <p:cNvSpPr txBox="1">
            <a:spLocks noGrp="1"/>
          </p:cNvSpPr>
          <p:nvPr>
            <p:ph type="title"/>
          </p:nvPr>
        </p:nvSpPr>
        <p:spPr>
          <a:xfrm>
            <a:off x="2315228" y="279834"/>
            <a:ext cx="4509318" cy="107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800" dirty="0"/>
              <a:t>Q2: which jobs accept beginners:</a:t>
            </a:r>
            <a:endParaRPr sz="2800" dirty="0"/>
          </a:p>
        </p:txBody>
      </p:sp>
      <p:sp>
        <p:nvSpPr>
          <p:cNvPr id="1937" name="Google Shape;1937;p33"/>
          <p:cNvSpPr txBox="1">
            <a:spLocks noGrp="1"/>
          </p:cNvSpPr>
          <p:nvPr>
            <p:ph type="subTitle" idx="1"/>
          </p:nvPr>
        </p:nvSpPr>
        <p:spPr>
          <a:xfrm>
            <a:off x="5987977" y="2234947"/>
            <a:ext cx="2553857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( it saves time and effort for new graduates and increases their chances of acceptance )</a:t>
            </a:r>
            <a:endParaRPr dirty="0"/>
          </a:p>
        </p:txBody>
      </p:sp>
      <p:grpSp>
        <p:nvGrpSpPr>
          <p:cNvPr id="2258" name="Google Shape;2258;p33"/>
          <p:cNvGrpSpPr/>
          <p:nvPr/>
        </p:nvGrpSpPr>
        <p:grpSpPr>
          <a:xfrm>
            <a:off x="7631361" y="1211006"/>
            <a:ext cx="137078" cy="137078"/>
            <a:chOff x="2495900" y="1640275"/>
            <a:chExt cx="94050" cy="94050"/>
          </a:xfrm>
        </p:grpSpPr>
        <p:sp>
          <p:nvSpPr>
            <p:cNvPr id="2259" name="Google Shape;2259;p33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3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2FDA8D-E981-9C00-5247-0BCB1D4CCC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77" t="31759" r="16050" b="11689"/>
          <a:stretch>
            <a:fillRect/>
          </a:stretch>
        </p:blipFill>
        <p:spPr>
          <a:xfrm>
            <a:off x="304799" y="1648874"/>
            <a:ext cx="5520532" cy="29087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Google Shape;2727;p37"/>
          <p:cNvSpPr/>
          <p:nvPr/>
        </p:nvSpPr>
        <p:spPr>
          <a:xfrm rot="-1940364" flipH="1">
            <a:off x="4146249" y="966780"/>
            <a:ext cx="4545873" cy="3685175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8" name="Google Shape;2728;p37"/>
          <p:cNvSpPr txBox="1">
            <a:spLocks noGrp="1"/>
          </p:cNvSpPr>
          <p:nvPr>
            <p:ph type="body" idx="1"/>
          </p:nvPr>
        </p:nvSpPr>
        <p:spPr>
          <a:xfrm>
            <a:off x="5217318" y="2487300"/>
            <a:ext cx="3395695" cy="26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( for anyone willing to relocate by pinpointing which city has the highest demand for their specialization )</a:t>
            </a:r>
            <a:endParaRPr dirty="0"/>
          </a:p>
        </p:txBody>
      </p:sp>
      <p:sp>
        <p:nvSpPr>
          <p:cNvPr id="2729" name="Google Shape;2729;p37"/>
          <p:cNvSpPr txBox="1">
            <a:spLocks noGrp="1"/>
          </p:cNvSpPr>
          <p:nvPr>
            <p:ph type="title"/>
          </p:nvPr>
        </p:nvSpPr>
        <p:spPr>
          <a:xfrm>
            <a:off x="713225" y="665669"/>
            <a:ext cx="7040590" cy="10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Q3: which city should  choose based on my specialization:</a:t>
            </a:r>
            <a:endParaRPr sz="280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05C48C-C47E-3A96-A45C-068B4DFCD1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90" t="30641" r="28130" b="12942"/>
          <a:stretch>
            <a:fillRect/>
          </a:stretch>
        </p:blipFill>
        <p:spPr>
          <a:xfrm>
            <a:off x="475785" y="1840339"/>
            <a:ext cx="4341541" cy="29017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8" name="Google Shape;3408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Q4: Which companies hire the largest number of entry-level employees:</a:t>
            </a:r>
            <a:endParaRPr sz="2400" dirty="0"/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A491F11A-CB57-161F-7D98-1DEF2091F5D6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5464098" y="2319454"/>
            <a:ext cx="3137597" cy="669596"/>
          </a:xfrm>
        </p:spPr>
        <p:txBody>
          <a:bodyPr/>
          <a:lstStyle/>
          <a:p>
            <a:r>
              <a:rPr lang="en-US" dirty="0"/>
              <a:t>( Ther recent graduate is provided with a specific list of companies to target for research )</a:t>
            </a:r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7705A9-3FD0-CB3E-CFD9-A03DE74A39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53" t="32809" r="23902" b="8654"/>
          <a:stretch>
            <a:fillRect/>
          </a:stretch>
        </p:blipFill>
        <p:spPr>
          <a:xfrm>
            <a:off x="446049" y="1593170"/>
            <a:ext cx="4713249" cy="3010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3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Q5: on which day of the week are the highest number of jobs posted:</a:t>
            </a:r>
            <a:endParaRPr sz="2800" dirty="0"/>
          </a:p>
        </p:txBody>
      </p:sp>
      <p:sp>
        <p:nvSpPr>
          <p:cNvPr id="2280" name="Google Shape;2280;p34"/>
          <p:cNvSpPr txBox="1">
            <a:spLocks noGrp="1"/>
          </p:cNvSpPr>
          <p:nvPr>
            <p:ph type="subTitle" idx="4294967295"/>
          </p:nvPr>
        </p:nvSpPr>
        <p:spPr>
          <a:xfrm>
            <a:off x="5090160" y="2571750"/>
            <a:ext cx="3482340" cy="5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SzPts val="1100"/>
              <a:buNone/>
            </a:pPr>
            <a:r>
              <a:rPr lang="en-US" dirty="0"/>
              <a:t>( for job seekers to know the best time to follow up on the latest opportunities )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AA224-C013-E24B-DDDC-A1E34E77FB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00" t="28593" r="38333" b="8444"/>
          <a:stretch>
            <a:fillRect/>
          </a:stretch>
        </p:blipFill>
        <p:spPr>
          <a:xfrm>
            <a:off x="822960" y="1473000"/>
            <a:ext cx="394716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3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Q6:How many days does the job posting remain active before it expires</a:t>
            </a:r>
            <a:endParaRPr sz="280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127F2B-A61B-82DA-F96E-837AEAE6A4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83" t="31852" r="36417" b="10488"/>
          <a:stretch>
            <a:fillRect/>
          </a:stretch>
        </p:blipFill>
        <p:spPr>
          <a:xfrm>
            <a:off x="713225" y="1767840"/>
            <a:ext cx="3977640" cy="2965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E69309-37FC-AB0A-DA82-00511F82B50C}"/>
              </a:ext>
            </a:extLst>
          </p:cNvPr>
          <p:cNvSpPr txBox="1"/>
          <p:nvPr/>
        </p:nvSpPr>
        <p:spPr>
          <a:xfrm>
            <a:off x="5010150" y="2512026"/>
            <a:ext cx="41338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 It gives the job seeker an idea of ​​the time available to apply before the advertisement expires 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p36"/>
          <p:cNvSpPr txBox="1">
            <a:spLocks noGrp="1"/>
          </p:cNvSpPr>
          <p:nvPr>
            <p:ph type="subTitle" idx="1"/>
          </p:nvPr>
        </p:nvSpPr>
        <p:spPr>
          <a:xfrm>
            <a:off x="914401" y="962463"/>
            <a:ext cx="7530788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Q7: What is the expected salary for each experience level (entry-level, mid-level, manager, executive...):</a:t>
            </a:r>
            <a:endParaRPr dirty="0"/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9EEB0128-9C65-D973-6C47-4DF533375E5A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866990" y="2267415"/>
            <a:ext cx="3578199" cy="734730"/>
          </a:xfrm>
        </p:spPr>
        <p:txBody>
          <a:bodyPr/>
          <a:lstStyle/>
          <a:p>
            <a:pPr algn="l"/>
            <a:r>
              <a:rPr lang="en-US" dirty="0"/>
              <a:t>( A job seeker provides a realistic salary range—based on their level of experience )</a:t>
            </a:r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AF1E1E-5D2D-77E3-1409-5EB1E47600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76" t="33244" r="31870" b="9521"/>
          <a:stretch>
            <a:fillRect/>
          </a:stretch>
        </p:blipFill>
        <p:spPr>
          <a:xfrm>
            <a:off x="520392" y="1457093"/>
            <a:ext cx="4311805" cy="29439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7BABEE-2D76-4F0A-E334-E8525F4BB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3619" y="797239"/>
            <a:ext cx="7704000" cy="605100"/>
          </a:xfrm>
        </p:spPr>
        <p:txBody>
          <a:bodyPr/>
          <a:lstStyle/>
          <a:p>
            <a:r>
              <a:rPr lang="en-US" dirty="0"/>
              <a:t>Recommendation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F2567-09EA-517B-94E2-7DBB9690DED6}"/>
              </a:ext>
            </a:extLst>
          </p:cNvPr>
          <p:cNvSpPr txBox="1"/>
          <p:nvPr/>
        </p:nvSpPr>
        <p:spPr>
          <a:xfrm>
            <a:off x="680224" y="2094696"/>
            <a:ext cx="77835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BH" b="1" dirty="0"/>
              <a:t>1</a:t>
            </a:r>
            <a:r>
              <a:rPr lang="en-US" b="1" dirty="0"/>
              <a:t>.</a:t>
            </a:r>
            <a:r>
              <a:rPr lang="en-US" dirty="0"/>
              <a:t>Target beginner-friendly jobs : Titles like Retail Sales Associate, Receptionist,  have many entry-level openings.  </a:t>
            </a:r>
          </a:p>
          <a:p>
            <a:endParaRPr lang="en-US" dirty="0"/>
          </a:p>
          <a:p>
            <a:r>
              <a:rPr lang="en-US" b="1" dirty="0"/>
              <a:t>2.</a:t>
            </a:r>
            <a:r>
              <a:rPr lang="en-US" dirty="0"/>
              <a:t>Apply early: Most job postings stay active for only 30 days.</a:t>
            </a:r>
          </a:p>
          <a:p>
            <a:endParaRPr lang="en-US" dirty="0"/>
          </a:p>
          <a:p>
            <a:r>
              <a:rPr lang="en-US" b="1" dirty="0"/>
              <a:t>3.</a:t>
            </a:r>
            <a:r>
              <a:rPr lang="en-US" dirty="0"/>
              <a:t>Check LinkedIn on Thursday and Friday: About 67% of jobs are posted on these two days.</a:t>
            </a:r>
          </a:p>
        </p:txBody>
      </p:sp>
    </p:spTree>
    <p:extLst>
      <p:ext uri="{BB962C8B-B14F-4D97-AF65-F5344CB8AC3E}">
        <p14:creationId xmlns:p14="http://schemas.microsoft.com/office/powerpoint/2010/main" val="2720623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675;p45">
            <a:extLst>
              <a:ext uri="{FF2B5EF4-FFF2-40B4-BE49-F238E27FC236}">
                <a16:creationId xmlns:a16="http://schemas.microsoft.com/office/drawing/2014/main" id="{16182F75-5F0B-D529-7176-9A530DF43CAA}"/>
              </a:ext>
            </a:extLst>
          </p:cNvPr>
          <p:cNvSpPr txBox="1">
            <a:spLocks/>
          </p:cNvSpPr>
          <p:nvPr/>
        </p:nvSpPr>
        <p:spPr>
          <a:xfrm>
            <a:off x="3224488" y="2899551"/>
            <a:ext cx="3951600" cy="9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pPr algn="l"/>
            <a:r>
              <a:rPr lang="en-US" sz="4800" dirty="0"/>
              <a:t>THANKS!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D1173E-3F04-2CA7-EA8B-F6720DAE5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995" y="0"/>
            <a:ext cx="5728010" cy="35800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​​​​Secretary Job Description by Slidesgo">
  <a:themeElements>
    <a:clrScheme name="Simple Light">
      <a:dk1>
        <a:srgbClr val="2E333A"/>
      </a:dk1>
      <a:lt1>
        <a:srgbClr val="E9E1D4"/>
      </a:lt1>
      <a:dk2>
        <a:srgbClr val="FFFFFF"/>
      </a:dk2>
      <a:lt2>
        <a:srgbClr val="5D71E0"/>
      </a:lt2>
      <a:accent1>
        <a:srgbClr val="3B4C72"/>
      </a:accent1>
      <a:accent2>
        <a:srgbClr val="FF8B7E"/>
      </a:accent2>
      <a:accent3>
        <a:srgbClr val="E96578"/>
      </a:accent3>
      <a:accent4>
        <a:srgbClr val="62BBA6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427</Words>
  <Application>Microsoft Office PowerPoint</Application>
  <PresentationFormat>On-screen Show (16:9)</PresentationFormat>
  <Paragraphs>43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Inconsolata ExtraBold</vt:lpstr>
      <vt:lpstr>Chonburi</vt:lpstr>
      <vt:lpstr>Hind Madurai</vt:lpstr>
      <vt:lpstr>Arial</vt:lpstr>
      <vt:lpstr>Hind Madurai Medium</vt:lpstr>
      <vt:lpstr>​​​​Secretary Job Description by Slidesgo</vt:lpstr>
      <vt:lpstr>LinkedIn Job Postings Analysis(2023-2024)</vt:lpstr>
      <vt:lpstr>The Problem Statement</vt:lpstr>
      <vt:lpstr>02</vt:lpstr>
      <vt:lpstr>Q1: what are the most in demand jobs in the market:</vt:lpstr>
      <vt:lpstr>Q2: which jobs accept beginners:</vt:lpstr>
      <vt:lpstr>Q3: which city should  choose based on my specialization:</vt:lpstr>
      <vt:lpstr>Q4: Which companies hire the largest number of entry-level employees:</vt:lpstr>
      <vt:lpstr>Q5: on which day of the week are the highest number of jobs posted:</vt:lpstr>
      <vt:lpstr>Q6:How many days does the job posting remain active before it expires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Asus</cp:lastModifiedBy>
  <cp:revision>6</cp:revision>
  <dcterms:modified xsi:type="dcterms:W3CDTF">2026-09-28T10:41:00Z</dcterms:modified>
</cp:coreProperties>
</file>